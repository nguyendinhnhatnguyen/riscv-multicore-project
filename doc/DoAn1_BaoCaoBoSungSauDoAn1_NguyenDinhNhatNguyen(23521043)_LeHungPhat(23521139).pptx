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76" r:id="rId8"/>
    <p:sldId id="275" r:id="rId9"/>
    <p:sldId id="261" r:id="rId10"/>
    <p:sldId id="277" r:id="rId11"/>
    <p:sldId id="263" r:id="rId12"/>
    <p:sldId id="265" r:id="rId13"/>
    <p:sldId id="274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60">
          <p15:clr>
            <a:srgbClr val="A4A3A4"/>
          </p15:clr>
        </p15:guide>
        <p15:guide id="2" pos="480">
          <p15:clr>
            <a:srgbClr val="A4A3A4"/>
          </p15:clr>
        </p15:guide>
        <p15:guide id="3" orient="horz" pos="2760">
          <p15:clr>
            <a:srgbClr val="A4A3A4"/>
          </p15:clr>
        </p15:guide>
        <p15:guide id="4" pos="768">
          <p15:clr>
            <a:srgbClr val="A4A3A4"/>
          </p15:clr>
        </p15:guide>
        <p15:guide id="5" pos="9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QtRWGpk9USnLyMZhAeKw4eaRO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438" y="138"/>
      </p:cViewPr>
      <p:guideLst>
        <p:guide orient="horz" pos="960"/>
        <p:guide pos="480"/>
        <p:guide orient="horz" pos="2760"/>
        <p:guide pos="768"/>
        <p:guide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26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6e57a8e1e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g3a6e57a8e1e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cd6775a0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3dcd6775a01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g3dcd6775a01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a362a4128_1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g3da362a4128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cd6775a0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dcd6775a01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g3dcd6775a01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F1238D94-C304-649F-5A55-E6575D88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362a4128_0_0:notes">
            <a:extLst>
              <a:ext uri="{FF2B5EF4-FFF2-40B4-BE49-F238E27FC236}">
                <a16:creationId xmlns:a16="http://schemas.microsoft.com/office/drawing/2014/main" id="{4F90BCA7-FA87-F9D5-CB05-8CC7025CA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da362a4128_0_0:notes">
            <a:extLst>
              <a:ext uri="{FF2B5EF4-FFF2-40B4-BE49-F238E27FC236}">
                <a16:creationId xmlns:a16="http://schemas.microsoft.com/office/drawing/2014/main" id="{180DC1D1-4F28-CFFC-8AE2-F68849C9B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g3da362a4128_0_0:notes">
            <a:extLst>
              <a:ext uri="{FF2B5EF4-FFF2-40B4-BE49-F238E27FC236}">
                <a16:creationId xmlns:a16="http://schemas.microsoft.com/office/drawing/2014/main" id="{64B63E75-1E90-29F2-7497-C585784E35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665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FEFD9CA4-DCB1-0EE5-394C-5D588238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362a4128_0_0:notes">
            <a:extLst>
              <a:ext uri="{FF2B5EF4-FFF2-40B4-BE49-F238E27FC236}">
                <a16:creationId xmlns:a16="http://schemas.microsoft.com/office/drawing/2014/main" id="{4420D32E-B4DC-04EA-9030-9C087514D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da362a4128_0_0:notes">
            <a:extLst>
              <a:ext uri="{FF2B5EF4-FFF2-40B4-BE49-F238E27FC236}">
                <a16:creationId xmlns:a16="http://schemas.microsoft.com/office/drawing/2014/main" id="{04CCBA4E-57E3-C451-D69F-1C819996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g3da362a4128_0_0:notes">
            <a:extLst>
              <a:ext uri="{FF2B5EF4-FFF2-40B4-BE49-F238E27FC236}">
                <a16:creationId xmlns:a16="http://schemas.microsoft.com/office/drawing/2014/main" id="{52F3D16C-A6E0-9B73-566B-18D41A9A5A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362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362a41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da362a412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g3da362a412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FDD50DF0-1520-ACCA-D40D-3388B15B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362a4128_0_0:notes">
            <a:extLst>
              <a:ext uri="{FF2B5EF4-FFF2-40B4-BE49-F238E27FC236}">
                <a16:creationId xmlns:a16="http://schemas.microsoft.com/office/drawing/2014/main" id="{B66471BA-302C-AA46-2DF8-6B9DD1CC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da362a4128_0_0:notes">
            <a:extLst>
              <a:ext uri="{FF2B5EF4-FFF2-40B4-BE49-F238E27FC236}">
                <a16:creationId xmlns:a16="http://schemas.microsoft.com/office/drawing/2014/main" id="{9B29CA38-E8FA-4C91-8E86-32BBA5B3D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g3da362a4128_0_0:notes">
            <a:extLst>
              <a:ext uri="{FF2B5EF4-FFF2-40B4-BE49-F238E27FC236}">
                <a16:creationId xmlns:a16="http://schemas.microsoft.com/office/drawing/2014/main" id="{95D70EAC-DBFA-D83C-D8BF-B6993798A4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23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ce317043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3dce317043b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g3dce317043b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56e73d08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3d56e73d08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" name="Google Shape;478;g3d56e73d084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-24143" y="0"/>
            <a:ext cx="653293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 rot="10800000" flipH="1">
            <a:off x="-31247" y="0"/>
            <a:ext cx="633743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 txBox="1"/>
          <p:nvPr/>
        </p:nvSpPr>
        <p:spPr>
          <a:xfrm rot="-5400000">
            <a:off x="-174040" y="5138274"/>
            <a:ext cx="8798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>
            <a:spLocks noGrp="1"/>
          </p:cNvSpPr>
          <p:nvPr>
            <p:ph type="ctrTitle"/>
          </p:nvPr>
        </p:nvSpPr>
        <p:spPr>
          <a:xfrm>
            <a:off x="2068594" y="2540459"/>
            <a:ext cx="8087360" cy="2387600"/>
          </a:xfrm>
          <a:prstGeom prst="roundRect">
            <a:avLst>
              <a:gd name="adj" fmla="val 3901"/>
            </a:avLst>
          </a:prstGeom>
          <a:noFill/>
          <a:ln w="25400" cap="flat" cmpd="sng">
            <a:solidFill>
              <a:srgbClr val="43B6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sz="6000"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ubTitle" idx="1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206859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526899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16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26" name="Google Shape;26;p1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16"/>
          <p:cNvGrpSpPr/>
          <p:nvPr/>
        </p:nvGrpSpPr>
        <p:grpSpPr>
          <a:xfrm>
            <a:off x="4496259" y="113148"/>
            <a:ext cx="3232030" cy="721015"/>
            <a:chOff x="4280055" y="63291"/>
            <a:chExt cx="3631889" cy="810217"/>
          </a:xfrm>
        </p:grpSpPr>
        <p:sp>
          <p:nvSpPr>
            <p:cNvPr id="29" name="Google Shape;29;p1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" name="Google Shape;31;p16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6241" y="6329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3208587" y="1399088"/>
            <a:ext cx="5807374" cy="43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3"/>
          </p:nvPr>
        </p:nvSpPr>
        <p:spPr>
          <a:xfrm>
            <a:off x="2068594" y="5542055"/>
            <a:ext cx="808736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>
            <a:spLocks noGrp="1"/>
          </p:cNvSpPr>
          <p:nvPr>
            <p:ph type="body" idx="4"/>
          </p:nvPr>
        </p:nvSpPr>
        <p:spPr>
          <a:xfrm>
            <a:off x="3746557" y="2166938"/>
            <a:ext cx="2365717" cy="3810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>
            <a:spLocks noGrp="1"/>
          </p:cNvSpPr>
          <p:nvPr>
            <p:ph type="body" idx="5"/>
          </p:nvPr>
        </p:nvSpPr>
        <p:spPr>
          <a:xfrm>
            <a:off x="6112274" y="4926551"/>
            <a:ext cx="3388242" cy="3810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10409692" y="33357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6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1905755" y="1026302"/>
            <a:ext cx="8378012" cy="98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643622" y="2206392"/>
            <a:ext cx="5353953" cy="64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sz="2400" b="1">
                <a:solidFill>
                  <a:srgbClr val="F3733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43622" y="2932771"/>
            <a:ext cx="5353953" cy="325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6172200" y="2206392"/>
            <a:ext cx="5183188" cy="64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sz="2400" b="1">
                <a:solidFill>
                  <a:srgbClr val="F3733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4"/>
          </p:nvPr>
        </p:nvSpPr>
        <p:spPr>
          <a:xfrm>
            <a:off x="6172200" y="2932771"/>
            <a:ext cx="5183188" cy="325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7"/>
          <p:cNvGrpSpPr/>
          <p:nvPr/>
        </p:nvGrpSpPr>
        <p:grpSpPr>
          <a:xfrm>
            <a:off x="4479985" y="263617"/>
            <a:ext cx="3232030" cy="721014"/>
            <a:chOff x="4280055" y="109041"/>
            <a:chExt cx="3631889" cy="810216"/>
          </a:xfrm>
        </p:grpSpPr>
        <p:sp>
          <p:nvSpPr>
            <p:cNvPr id="50" name="Google Shape;50;p17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" name="Google Shape;52;p17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0904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" name="Google Shape;53;p17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54" name="Google Shape;54;p17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7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423640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72326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-24142" y="0"/>
            <a:ext cx="657886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/>
        </p:nvSpPr>
        <p:spPr>
          <a:xfrm rot="-5400000">
            <a:off x="-1233059" y="4998600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19"/>
          <p:cNvGrpSpPr/>
          <p:nvPr/>
        </p:nvGrpSpPr>
        <p:grpSpPr>
          <a:xfrm>
            <a:off x="4479985" y="170766"/>
            <a:ext cx="3232030" cy="721014"/>
            <a:chOff x="4280055" y="128038"/>
            <a:chExt cx="3631889" cy="810216"/>
          </a:xfrm>
        </p:grpSpPr>
        <p:sp>
          <p:nvSpPr>
            <p:cNvPr id="66" name="Google Shape;66;p19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p19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6241" y="12803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p19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70" name="Google Shape;70;p19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11347449" y="332284"/>
            <a:ext cx="8445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sz="5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9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/>
          <p:nvPr/>
        </p:nvSpPr>
        <p:spPr>
          <a:xfrm rot="10800000" flipH="1">
            <a:off x="-2192" y="-2696"/>
            <a:ext cx="633743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1915219" y="1180710"/>
            <a:ext cx="8354122" cy="10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/>
          <p:nvPr/>
        </p:nvSpPr>
        <p:spPr>
          <a:xfrm rot="5400000">
            <a:off x="5776504" y="-5767744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1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1"/>
          <p:cNvGrpSpPr/>
          <p:nvPr/>
        </p:nvGrpSpPr>
        <p:grpSpPr>
          <a:xfrm>
            <a:off x="4479985" y="271046"/>
            <a:ext cx="3232030" cy="721014"/>
            <a:chOff x="4280055" y="117389"/>
            <a:chExt cx="3631889" cy="810216"/>
          </a:xfrm>
        </p:grpSpPr>
        <p:sp>
          <p:nvSpPr>
            <p:cNvPr id="85" name="Google Shape;85;p21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" name="Google Shape;87;p21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2060" y="11738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21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89" name="Google Shape;89;p21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1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1926022" y="1049992"/>
            <a:ext cx="8337478" cy="89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1033164" y="2331225"/>
            <a:ext cx="10515600" cy="384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dt" idx="10"/>
          </p:nvPr>
        </p:nvSpPr>
        <p:spPr>
          <a:xfrm>
            <a:off x="103316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ftr" idx="11"/>
          </p:nvPr>
        </p:nvSpPr>
        <p:spPr>
          <a:xfrm>
            <a:off x="423356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06" name="Google Shape;106;p18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8" name="Google Shape;108;p18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8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10" name="Google Shape;110;p18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1042294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1834325" y="1077048"/>
            <a:ext cx="8325700" cy="84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643622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2"/>
          </p:nvPr>
        </p:nvSpPr>
        <p:spPr>
          <a:xfrm>
            <a:off x="6172200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/>
          <p:nvPr/>
        </p:nvSpPr>
        <p:spPr>
          <a:xfrm rot="-5400000" flipH="1">
            <a:off x="5778983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4479985" y="305288"/>
            <a:ext cx="3232030" cy="721014"/>
            <a:chOff x="4280055" y="155868"/>
            <a:chExt cx="3631889" cy="810216"/>
          </a:xfrm>
        </p:grpSpPr>
        <p:sp>
          <p:nvSpPr>
            <p:cNvPr id="124" name="Google Shape;124;p20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p20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6" y="15586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20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28" name="Google Shape;128;p20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20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sz="3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5183188" y="1072493"/>
            <a:ext cx="6172200" cy="478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2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4479985" y="264096"/>
            <a:ext cx="3232030" cy="721014"/>
            <a:chOff x="4280055" y="109580"/>
            <a:chExt cx="3631889" cy="810216"/>
          </a:xfrm>
        </p:grpSpPr>
        <p:sp>
          <p:nvSpPr>
            <p:cNvPr id="142" name="Google Shape;142;p23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" name="Google Shape;144;p23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09580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3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46" name="Google Shape;146;p23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3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>
            <a:spLocks noGrp="1"/>
          </p:cNvSpPr>
          <p:nvPr>
            <p:ph type="pic" idx="2"/>
          </p:nvPr>
        </p:nvSpPr>
        <p:spPr>
          <a:xfrm>
            <a:off x="5183188" y="1072493"/>
            <a:ext cx="6172200" cy="479649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4"/>
          <p:cNvGrpSpPr/>
          <p:nvPr/>
        </p:nvGrpSpPr>
        <p:grpSpPr>
          <a:xfrm>
            <a:off x="4479985" y="233020"/>
            <a:ext cx="3232030" cy="721014"/>
            <a:chOff x="4280055" y="74659"/>
            <a:chExt cx="3631889" cy="810216"/>
          </a:xfrm>
        </p:grpSpPr>
        <p:sp>
          <p:nvSpPr>
            <p:cNvPr id="158" name="Google Shape;158;p24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" name="Google Shape;160;p24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7465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24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62" name="Google Shape;162;p24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4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sz="3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028100" y="1097482"/>
            <a:ext cx="8325700" cy="77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 rot="5400000">
            <a:off x="4072617" y="-1104221"/>
            <a:ext cx="3852189" cy="1071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5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25"/>
          <p:cNvGrpSpPr/>
          <p:nvPr/>
        </p:nvGrpSpPr>
        <p:grpSpPr>
          <a:xfrm>
            <a:off x="4479985" y="286231"/>
            <a:ext cx="3232030" cy="721014"/>
            <a:chOff x="4280055" y="134453"/>
            <a:chExt cx="3631889" cy="810216"/>
          </a:xfrm>
        </p:grpSpPr>
        <p:sp>
          <p:nvSpPr>
            <p:cNvPr id="177" name="Google Shape;177;p25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25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34453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5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81" name="Google Shape;181;p25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25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 rot="5400000">
            <a:off x="7396816" y="2219979"/>
            <a:ext cx="528506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body" idx="1"/>
          </p:nvPr>
        </p:nvSpPr>
        <p:spPr>
          <a:xfrm rot="5400000">
            <a:off x="2634702" y="239164"/>
            <a:ext cx="3946719" cy="792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6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 rot="-5400000" flipH="1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5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6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94" name="Google Shape;194;p2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p26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6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98" name="Google Shape;198;p2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26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a362a4128_1_287"/>
          <p:cNvSpPr txBox="1">
            <a:spLocks noGrp="1"/>
          </p:cNvSpPr>
          <p:nvPr>
            <p:ph type="title"/>
          </p:nvPr>
        </p:nvSpPr>
        <p:spPr>
          <a:xfrm>
            <a:off x="1905755" y="1026302"/>
            <a:ext cx="83781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g3da362a4128_1_287"/>
          <p:cNvSpPr txBox="1">
            <a:spLocks noGrp="1"/>
          </p:cNvSpPr>
          <p:nvPr>
            <p:ph type="body" idx="1"/>
          </p:nvPr>
        </p:nvSpPr>
        <p:spPr>
          <a:xfrm>
            <a:off x="643622" y="2206392"/>
            <a:ext cx="53541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sz="2400" b="1">
                <a:solidFill>
                  <a:srgbClr val="F3733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g3da362a4128_1_287"/>
          <p:cNvSpPr txBox="1">
            <a:spLocks noGrp="1"/>
          </p:cNvSpPr>
          <p:nvPr>
            <p:ph type="body" idx="2"/>
          </p:nvPr>
        </p:nvSpPr>
        <p:spPr>
          <a:xfrm>
            <a:off x="643622" y="2932771"/>
            <a:ext cx="53541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g3da362a4128_1_287"/>
          <p:cNvSpPr txBox="1">
            <a:spLocks noGrp="1"/>
          </p:cNvSpPr>
          <p:nvPr>
            <p:ph type="body" idx="3"/>
          </p:nvPr>
        </p:nvSpPr>
        <p:spPr>
          <a:xfrm>
            <a:off x="6172200" y="2206392"/>
            <a:ext cx="51831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sz="2400" b="1">
                <a:solidFill>
                  <a:srgbClr val="F3733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g3da362a4128_1_287"/>
          <p:cNvSpPr txBox="1">
            <a:spLocks noGrp="1"/>
          </p:cNvSpPr>
          <p:nvPr>
            <p:ph type="body" idx="4"/>
          </p:nvPr>
        </p:nvSpPr>
        <p:spPr>
          <a:xfrm>
            <a:off x="6172200" y="2932771"/>
            <a:ext cx="51831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g3da362a4128_1_2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g3da362a4128_1_2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g3da362a4128_1_28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a362a4128_1_287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da362a4128_1_28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g3da362a4128_1_287"/>
          <p:cNvGrpSpPr/>
          <p:nvPr/>
        </p:nvGrpSpPr>
        <p:grpSpPr>
          <a:xfrm>
            <a:off x="4479971" y="263617"/>
            <a:ext cx="3231939" cy="721012"/>
            <a:chOff x="4280055" y="109041"/>
            <a:chExt cx="3631800" cy="810216"/>
          </a:xfrm>
        </p:grpSpPr>
        <p:sp>
          <p:nvSpPr>
            <p:cNvPr id="222" name="Google Shape;222;g3da362a4128_1_28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da362a4128_1_28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" name="Google Shape;224;g3da362a4128_1_287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0904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g3da362a4128_1_28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26" name="Google Shape;226;g3da362a4128_1_28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da362a4128_1_28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da362a4128_1_287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a362a4128_1_287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362a4128_1_266"/>
          <p:cNvSpPr/>
          <p:nvPr/>
        </p:nvSpPr>
        <p:spPr>
          <a:xfrm>
            <a:off x="-24143" y="0"/>
            <a:ext cx="653400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a362a4128_1_266"/>
          <p:cNvSpPr/>
          <p:nvPr/>
        </p:nvSpPr>
        <p:spPr>
          <a:xfrm rot="10800000" flipH="1">
            <a:off x="-31247" y="0"/>
            <a:ext cx="6336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da362a4128_1_266"/>
          <p:cNvSpPr txBox="1"/>
          <p:nvPr/>
        </p:nvSpPr>
        <p:spPr>
          <a:xfrm rot="-5400000">
            <a:off x="-173989" y="5138179"/>
            <a:ext cx="879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da362a4128_1_266"/>
          <p:cNvSpPr>
            <a:spLocks noGrp="1"/>
          </p:cNvSpPr>
          <p:nvPr>
            <p:ph type="ctrTitle"/>
          </p:nvPr>
        </p:nvSpPr>
        <p:spPr>
          <a:xfrm>
            <a:off x="2068594" y="2540459"/>
            <a:ext cx="8087400" cy="2387700"/>
          </a:xfrm>
          <a:prstGeom prst="roundRect">
            <a:avLst>
              <a:gd name="adj" fmla="val 3901"/>
            </a:avLst>
          </a:prstGeom>
          <a:noFill/>
          <a:ln w="25400" cap="flat" cmpd="sng">
            <a:solidFill>
              <a:srgbClr val="43B6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sz="6000"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g3da362a4128_1_266"/>
          <p:cNvSpPr txBox="1">
            <a:spLocks noGrp="1"/>
          </p:cNvSpPr>
          <p:nvPr>
            <p:ph type="subTitle" idx="1"/>
          </p:nvPr>
        </p:nvSpPr>
        <p:spPr>
          <a:xfrm>
            <a:off x="3208587" y="964871"/>
            <a:ext cx="58074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6" name="Google Shape;236;g3da362a4128_1_266"/>
          <p:cNvSpPr txBox="1">
            <a:spLocks noGrp="1"/>
          </p:cNvSpPr>
          <p:nvPr>
            <p:ph type="dt" idx="10"/>
          </p:nvPr>
        </p:nvSpPr>
        <p:spPr>
          <a:xfrm>
            <a:off x="206859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g3da362a4128_1_266"/>
          <p:cNvSpPr txBox="1">
            <a:spLocks noGrp="1"/>
          </p:cNvSpPr>
          <p:nvPr>
            <p:ph type="ftr" idx="11"/>
          </p:nvPr>
        </p:nvSpPr>
        <p:spPr>
          <a:xfrm>
            <a:off x="526899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8" name="Google Shape;238;g3da362a4128_1_266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39" name="Google Shape;239;g3da362a4128_1_266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da362a4128_1_266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3da362a4128_1_266"/>
          <p:cNvGrpSpPr/>
          <p:nvPr/>
        </p:nvGrpSpPr>
        <p:grpSpPr>
          <a:xfrm>
            <a:off x="4496245" y="113148"/>
            <a:ext cx="3231939" cy="721012"/>
            <a:chOff x="4280055" y="63291"/>
            <a:chExt cx="3631800" cy="810216"/>
          </a:xfrm>
        </p:grpSpPr>
        <p:sp>
          <p:nvSpPr>
            <p:cNvPr id="242" name="Google Shape;242;g3da362a4128_1_266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da362a4128_1_266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" name="Google Shape;244;g3da362a4128_1_266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6241" y="6329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g3da362a4128_1_266"/>
          <p:cNvSpPr txBox="1">
            <a:spLocks noGrp="1"/>
          </p:cNvSpPr>
          <p:nvPr>
            <p:ph type="body" idx="2"/>
          </p:nvPr>
        </p:nvSpPr>
        <p:spPr>
          <a:xfrm>
            <a:off x="3208587" y="1399088"/>
            <a:ext cx="58074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g3da362a4128_1_266"/>
          <p:cNvSpPr txBox="1">
            <a:spLocks noGrp="1"/>
          </p:cNvSpPr>
          <p:nvPr>
            <p:ph type="body" idx="3"/>
          </p:nvPr>
        </p:nvSpPr>
        <p:spPr>
          <a:xfrm>
            <a:off x="2068594" y="5542055"/>
            <a:ext cx="80874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g3da362a4128_1_266"/>
          <p:cNvSpPr>
            <a:spLocks noGrp="1"/>
          </p:cNvSpPr>
          <p:nvPr>
            <p:ph type="body" idx="4"/>
          </p:nvPr>
        </p:nvSpPr>
        <p:spPr>
          <a:xfrm>
            <a:off x="3746557" y="2166938"/>
            <a:ext cx="2365800" cy="3810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g3da362a4128_1_266"/>
          <p:cNvSpPr>
            <a:spLocks noGrp="1"/>
          </p:cNvSpPr>
          <p:nvPr>
            <p:ph type="body" idx="5"/>
          </p:nvPr>
        </p:nvSpPr>
        <p:spPr>
          <a:xfrm>
            <a:off x="6112274" y="4926551"/>
            <a:ext cx="3388200" cy="3810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g3da362a4128_1_266"/>
          <p:cNvSpPr txBox="1">
            <a:spLocks noGrp="1"/>
          </p:cNvSpPr>
          <p:nvPr>
            <p:ph type="sldNum" idx="12"/>
          </p:nvPr>
        </p:nvSpPr>
        <p:spPr>
          <a:xfrm>
            <a:off x="10409692" y="33357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g3da362a4128_1_266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362a4128_1_3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g3da362a4128_1_3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g3da362a4128_1_3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a362a4128_1_311"/>
          <p:cNvSpPr txBox="1">
            <a:spLocks noGrp="1"/>
          </p:cNvSpPr>
          <p:nvPr>
            <p:ph type="title"/>
          </p:nvPr>
        </p:nvSpPr>
        <p:spPr>
          <a:xfrm>
            <a:off x="1926022" y="1049992"/>
            <a:ext cx="83376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g3da362a4128_1_311"/>
          <p:cNvSpPr txBox="1">
            <a:spLocks noGrp="1"/>
          </p:cNvSpPr>
          <p:nvPr>
            <p:ph type="body" idx="1"/>
          </p:nvPr>
        </p:nvSpPr>
        <p:spPr>
          <a:xfrm>
            <a:off x="1033164" y="2331225"/>
            <a:ext cx="105156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g3da362a4128_1_311"/>
          <p:cNvSpPr txBox="1">
            <a:spLocks noGrp="1"/>
          </p:cNvSpPr>
          <p:nvPr>
            <p:ph type="dt" idx="10"/>
          </p:nvPr>
        </p:nvSpPr>
        <p:spPr>
          <a:xfrm>
            <a:off x="103316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g3da362a4128_1_311"/>
          <p:cNvSpPr txBox="1">
            <a:spLocks noGrp="1"/>
          </p:cNvSpPr>
          <p:nvPr>
            <p:ph type="ftr" idx="11"/>
          </p:nvPr>
        </p:nvSpPr>
        <p:spPr>
          <a:xfrm>
            <a:off x="423356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g3da362a4128_1_31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a362a4128_1_311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a362a4128_1_31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da362a4128_1_311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264" name="Google Shape;264;g3da362a4128_1_31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da362a4128_1_31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g3da362a4128_1_311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g3da362a4128_1_31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68" name="Google Shape;268;g3da362a4128_1_31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da362a4128_1_31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g3da362a4128_1_311"/>
          <p:cNvSpPr txBox="1">
            <a:spLocks noGrp="1"/>
          </p:cNvSpPr>
          <p:nvPr>
            <p:ph type="sldNum" idx="12"/>
          </p:nvPr>
        </p:nvSpPr>
        <p:spPr>
          <a:xfrm>
            <a:off x="1042294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g3da362a4128_1_311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name="adj" fmla="val 2701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a362a4128_1_328"/>
          <p:cNvSpPr txBox="1">
            <a:spLocks noGrp="1"/>
          </p:cNvSpPr>
          <p:nvPr>
            <p:ph type="dt" idx="10"/>
          </p:nvPr>
        </p:nvSpPr>
        <p:spPr>
          <a:xfrm>
            <a:off x="423640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g3da362a4128_1_328"/>
          <p:cNvSpPr txBox="1">
            <a:spLocks noGrp="1"/>
          </p:cNvSpPr>
          <p:nvPr>
            <p:ph type="ftr" idx="11"/>
          </p:nvPr>
        </p:nvSpPr>
        <p:spPr>
          <a:xfrm>
            <a:off x="723265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g3da362a4128_1_328"/>
          <p:cNvSpPr/>
          <p:nvPr/>
        </p:nvSpPr>
        <p:spPr>
          <a:xfrm>
            <a:off x="-24142" y="0"/>
            <a:ext cx="657900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12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a362a4128_1_328"/>
          <p:cNvSpPr txBox="1"/>
          <p:nvPr/>
        </p:nvSpPr>
        <p:spPr>
          <a:xfrm rot="-5400000">
            <a:off x="-1232958" y="4998555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g3da362a4128_1_328"/>
          <p:cNvGrpSpPr/>
          <p:nvPr/>
        </p:nvGrpSpPr>
        <p:grpSpPr>
          <a:xfrm>
            <a:off x="4479971" y="170766"/>
            <a:ext cx="3231939" cy="721012"/>
            <a:chOff x="4280055" y="128038"/>
            <a:chExt cx="3631800" cy="810216"/>
          </a:xfrm>
        </p:grpSpPr>
        <p:sp>
          <p:nvSpPr>
            <p:cNvPr id="280" name="Google Shape;280;g3da362a4128_1_328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da362a4128_1_328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2" name="Google Shape;282;g3da362a4128_1_328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6241" y="12803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g3da362a4128_1_328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84" name="Google Shape;284;g3da362a4128_1_328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da362a4128_1_328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g3da362a4128_1_328"/>
          <p:cNvSpPr txBox="1">
            <a:spLocks noGrp="1"/>
          </p:cNvSpPr>
          <p:nvPr>
            <p:ph type="sldNum" idx="12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g3da362a4128_1_328"/>
          <p:cNvSpPr txBox="1">
            <a:spLocks noGrp="1"/>
          </p:cNvSpPr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sz="5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g3da362a4128_1_328"/>
          <p:cNvSpPr txBox="1">
            <a:spLocks noGrp="1"/>
          </p:cNvSpPr>
          <p:nvPr>
            <p:ph type="body" idx="1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g3da362a4128_1_328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a362a4128_1_328"/>
          <p:cNvSpPr/>
          <p:nvPr/>
        </p:nvSpPr>
        <p:spPr>
          <a:xfrm rot="10800000" flipH="1">
            <a:off x="-2192" y="-2696"/>
            <a:ext cx="633600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a362a4128_1_347"/>
          <p:cNvSpPr txBox="1">
            <a:spLocks noGrp="1"/>
          </p:cNvSpPr>
          <p:nvPr>
            <p:ph type="title"/>
          </p:nvPr>
        </p:nvSpPr>
        <p:spPr>
          <a:xfrm>
            <a:off x="1834325" y="1077048"/>
            <a:ext cx="83256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g3da362a4128_1_347"/>
          <p:cNvSpPr txBox="1">
            <a:spLocks noGrp="1"/>
          </p:cNvSpPr>
          <p:nvPr>
            <p:ph type="body" idx="1"/>
          </p:nvPr>
        </p:nvSpPr>
        <p:spPr>
          <a:xfrm>
            <a:off x="643622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g3da362a4128_1_347"/>
          <p:cNvSpPr txBox="1">
            <a:spLocks noGrp="1"/>
          </p:cNvSpPr>
          <p:nvPr>
            <p:ph type="body" idx="2"/>
          </p:nvPr>
        </p:nvSpPr>
        <p:spPr>
          <a:xfrm>
            <a:off x="6172200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g3da362a4128_1_3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g3da362a4128_1_3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g3da362a4128_1_34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a362a4128_1_347"/>
          <p:cNvSpPr/>
          <p:nvPr/>
        </p:nvSpPr>
        <p:spPr>
          <a:xfrm rot="-5400000" flipH="1">
            <a:off x="5778970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a362a4128_1_34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g3da362a4128_1_347"/>
          <p:cNvGrpSpPr/>
          <p:nvPr/>
        </p:nvGrpSpPr>
        <p:grpSpPr>
          <a:xfrm>
            <a:off x="4479971" y="305287"/>
            <a:ext cx="3231939" cy="721012"/>
            <a:chOff x="4280055" y="155868"/>
            <a:chExt cx="3631800" cy="810216"/>
          </a:xfrm>
        </p:grpSpPr>
        <p:sp>
          <p:nvSpPr>
            <p:cNvPr id="301" name="Google Shape;301;g3da362a4128_1_34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da362a4128_1_34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" name="Google Shape;303;g3da362a4128_1_347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6" y="15586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g3da362a4128_1_34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05" name="Google Shape;305;g3da362a4128_1_34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da362a4128_1_34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g3da362a4128_1_347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a362a4128_1_347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a362a4128_1_365"/>
          <p:cNvSpPr txBox="1">
            <a:spLocks noGrp="1"/>
          </p:cNvSpPr>
          <p:nvPr>
            <p:ph type="title"/>
          </p:nvPr>
        </p:nvSpPr>
        <p:spPr>
          <a:xfrm>
            <a:off x="1915219" y="1180710"/>
            <a:ext cx="8354100" cy="10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g3da362a4128_1_3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g3da362a4128_1_3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g3da362a4128_1_365"/>
          <p:cNvSpPr/>
          <p:nvPr/>
        </p:nvSpPr>
        <p:spPr>
          <a:xfrm rot="5400000">
            <a:off x="5776570" y="-5767730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a362a4128_1_365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a362a4128_1_365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3da362a4128_1_365"/>
          <p:cNvGrpSpPr/>
          <p:nvPr/>
        </p:nvGrpSpPr>
        <p:grpSpPr>
          <a:xfrm>
            <a:off x="4479971" y="271046"/>
            <a:ext cx="3231939" cy="721012"/>
            <a:chOff x="4280055" y="117389"/>
            <a:chExt cx="3631800" cy="810216"/>
          </a:xfrm>
        </p:grpSpPr>
        <p:sp>
          <p:nvSpPr>
            <p:cNvPr id="317" name="Google Shape;317;g3da362a4128_1_365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da362a4128_1_365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g3da362a4128_1_365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2060" y="11738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g3da362a4128_1_365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21" name="Google Shape;321;g3da362a4128_1_365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da362a4128_1_365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3da362a4128_1_365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a362a4128_1_365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a362a4128_1_381"/>
          <p:cNvSpPr txBox="1">
            <a:spLocks noGrp="1"/>
          </p:cNvSpPr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sz="3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g3da362a4128_1_381"/>
          <p:cNvSpPr txBox="1">
            <a:spLocks noGrp="1"/>
          </p:cNvSpPr>
          <p:nvPr>
            <p:ph type="body" idx="1"/>
          </p:nvPr>
        </p:nvSpPr>
        <p:spPr>
          <a:xfrm>
            <a:off x="5183188" y="1072493"/>
            <a:ext cx="6172200" cy="47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8" name="Google Shape;328;g3da362a4128_1_381"/>
          <p:cNvSpPr txBox="1">
            <a:spLocks noGrp="1"/>
          </p:cNvSpPr>
          <p:nvPr>
            <p:ph type="body" idx="2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29" name="Google Shape;329;g3da362a4128_1_3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g3da362a4128_1_3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g3da362a4128_1_38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a362a4128_1_381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a362a4128_1_38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g3da362a4128_1_381"/>
          <p:cNvGrpSpPr/>
          <p:nvPr/>
        </p:nvGrpSpPr>
        <p:grpSpPr>
          <a:xfrm>
            <a:off x="4479971" y="264096"/>
            <a:ext cx="3231939" cy="721012"/>
            <a:chOff x="4280055" y="109580"/>
            <a:chExt cx="3631800" cy="810216"/>
          </a:xfrm>
        </p:grpSpPr>
        <p:sp>
          <p:nvSpPr>
            <p:cNvPr id="335" name="Google Shape;335;g3da362a4128_1_38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da362a4128_1_38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g3da362a4128_1_381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09580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g3da362a4128_1_38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39" name="Google Shape;339;g3da362a4128_1_38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da362a4128_1_38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g3da362a4128_1_381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da362a4128_1_381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a362a4128_1_399"/>
          <p:cNvSpPr>
            <a:spLocks noGrp="1"/>
          </p:cNvSpPr>
          <p:nvPr>
            <p:ph type="pic" idx="2"/>
          </p:nvPr>
        </p:nvSpPr>
        <p:spPr>
          <a:xfrm>
            <a:off x="5183188" y="1072493"/>
            <a:ext cx="6172200" cy="4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g3da362a4128_1_3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g3da362a4128_1_3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g3da362a4128_1_399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a362a4128_1_399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a362a4128_1_399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g3da362a4128_1_399"/>
          <p:cNvGrpSpPr/>
          <p:nvPr/>
        </p:nvGrpSpPr>
        <p:grpSpPr>
          <a:xfrm>
            <a:off x="4479971" y="233020"/>
            <a:ext cx="3231939" cy="721012"/>
            <a:chOff x="4280055" y="74659"/>
            <a:chExt cx="3631800" cy="810216"/>
          </a:xfrm>
        </p:grpSpPr>
        <p:sp>
          <p:nvSpPr>
            <p:cNvPr id="351" name="Google Shape;351;g3da362a4128_1_399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da362a4128_1_399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3" name="Google Shape;353;g3da362a4128_1_399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7465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" name="Google Shape;354;g3da362a4128_1_399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55" name="Google Shape;355;g3da362a4128_1_399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da362a4128_1_399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g3da362a4128_1_399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a362a4128_1_399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g3da362a4128_1_399"/>
          <p:cNvSpPr txBox="1">
            <a:spLocks noGrp="1"/>
          </p:cNvSpPr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sz="3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g3da362a4128_1_399"/>
          <p:cNvSpPr txBox="1">
            <a:spLocks noGrp="1"/>
          </p:cNvSpPr>
          <p:nvPr>
            <p:ph type="body" idx="1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a362a4128_1_417"/>
          <p:cNvSpPr txBox="1">
            <a:spLocks noGrp="1"/>
          </p:cNvSpPr>
          <p:nvPr>
            <p:ph type="title"/>
          </p:nvPr>
        </p:nvSpPr>
        <p:spPr>
          <a:xfrm>
            <a:off x="3028100" y="1097482"/>
            <a:ext cx="8325600" cy="7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g3da362a4128_1_417"/>
          <p:cNvSpPr txBox="1">
            <a:spLocks noGrp="1"/>
          </p:cNvSpPr>
          <p:nvPr>
            <p:ph type="body" idx="1"/>
          </p:nvPr>
        </p:nvSpPr>
        <p:spPr>
          <a:xfrm rot="5400000">
            <a:off x="4072501" y="-1104226"/>
            <a:ext cx="3852300" cy="10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g3da362a4128_1_4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g3da362a4128_1_4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g3da362a4128_1_41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da362a4128_1_417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da362a4128_1_41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g3da362a4128_1_417"/>
          <p:cNvGrpSpPr/>
          <p:nvPr/>
        </p:nvGrpSpPr>
        <p:grpSpPr>
          <a:xfrm>
            <a:off x="4479971" y="286231"/>
            <a:ext cx="3231939" cy="721012"/>
            <a:chOff x="4280055" y="134453"/>
            <a:chExt cx="3631800" cy="810216"/>
          </a:xfrm>
        </p:grpSpPr>
        <p:sp>
          <p:nvSpPr>
            <p:cNvPr id="370" name="Google Shape;370;g3da362a4128_1_41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da362a4128_1_41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2" name="Google Shape;372;g3da362a4128_1_417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134453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" name="Google Shape;373;g3da362a4128_1_41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74" name="Google Shape;374;g3da362a4128_1_41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da362a4128_1_41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da362a4128_1_417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a362a4128_1_417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a362a4128_1_434"/>
          <p:cNvSpPr txBox="1">
            <a:spLocks noGrp="1"/>
          </p:cNvSpPr>
          <p:nvPr>
            <p:ph type="title"/>
          </p:nvPr>
        </p:nvSpPr>
        <p:spPr>
          <a:xfrm rot="5400000">
            <a:off x="7396800" y="2219995"/>
            <a:ext cx="52851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g3da362a4128_1_434"/>
          <p:cNvSpPr txBox="1">
            <a:spLocks noGrp="1"/>
          </p:cNvSpPr>
          <p:nvPr>
            <p:ph type="body" idx="1"/>
          </p:nvPr>
        </p:nvSpPr>
        <p:spPr>
          <a:xfrm rot="5400000">
            <a:off x="2634601" y="239143"/>
            <a:ext cx="3946800" cy="7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g3da362a4128_1_4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g3da362a4128_1_4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g3da362a4128_1_434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a362a4128_1_434"/>
          <p:cNvSpPr/>
          <p:nvPr/>
        </p:nvSpPr>
        <p:spPr>
          <a:xfrm rot="-5400000" flipH="1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2756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a362a4128_1_434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g3da362a4128_1_434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387" name="Google Shape;387;g3da362a4128_1_434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da362a4128_1_434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9" name="Google Shape;389;g3da362a4128_1_434" descr="A picture containing clipart, vector graphics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oogle Shape;390;g3da362a4128_1_434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91" name="Google Shape;391;g3da362a4128_1_434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da362a4128_1_434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g3da362a4128_1_434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a362a4128_1_434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0" y="-1543110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sz="2000" b="0" i="0" u="none" strike="noStrike" cap="non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5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362a4128_1_258"/>
          <p:cNvSpPr txBox="1"/>
          <p:nvPr/>
        </p:nvSpPr>
        <p:spPr>
          <a:xfrm>
            <a:off x="0" y="-1543110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sz="2000" b="0" i="0" u="none" strike="noStrike" cap="non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a362a4128_1_2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g3da362a4128_1_2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g3da362a4128_1_2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g3da362a4128_1_2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g3da362a4128_1_2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da362a4128_1_258"/>
          <p:cNvSpPr/>
          <p:nvPr/>
        </p:nvSpPr>
        <p:spPr>
          <a:xfrm>
            <a:off x="0" y="1418"/>
            <a:ext cx="12194479" cy="6863661"/>
          </a:xfrm>
          <a:custGeom>
            <a:avLst/>
            <a:gdLst/>
            <a:ahLst/>
            <a:cxnLst/>
            <a:rect l="l" t="t" r="r" b="b"/>
            <a:pathLst>
              <a:path w="12194479" h="6863661" extrusionOk="0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guyenDinhNhatNguyen/RISCV-Multicore-Project.gi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"/>
          <p:cNvSpPr>
            <a:spLocks noGrp="1"/>
          </p:cNvSpPr>
          <p:nvPr>
            <p:ph type="ctrTitle"/>
          </p:nvPr>
        </p:nvSpPr>
        <p:spPr>
          <a:xfrm>
            <a:off x="1544725" y="2348526"/>
            <a:ext cx="9481500" cy="2910000"/>
          </a:xfrm>
          <a:prstGeom prst="roundRect">
            <a:avLst>
              <a:gd name="adj" fmla="val 3901"/>
            </a:avLst>
          </a:prstGeom>
          <a:noFill/>
          <a:ln w="25400" cap="flat" cmpd="sng">
            <a:solidFill>
              <a:srgbClr val="43B6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860"/>
              <a:buFont typeface="Times New Roman"/>
              <a:buNone/>
            </a:pPr>
            <a:r>
              <a:rPr lang="en-US" sz="4960"/>
              <a:t>TÌM HIỂU THIẾT KẾ HỆ THỐNG XỬ LÝ ĐA LÕI RISC-V</a:t>
            </a:r>
            <a:endParaRPr sz="4960"/>
          </a:p>
        </p:txBody>
      </p:sp>
      <p:sp>
        <p:nvSpPr>
          <p:cNvPr id="400" name="Google Shape;400;p1"/>
          <p:cNvSpPr txBox="1">
            <a:spLocks noGrp="1"/>
          </p:cNvSpPr>
          <p:nvPr>
            <p:ph type="subTitle" idx="1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/>
              <a:t>KHOA KĨ THUẬT MÁY TÍNH</a:t>
            </a:r>
            <a:endParaRPr b="1"/>
          </a:p>
        </p:txBody>
      </p:sp>
      <p:sp>
        <p:nvSpPr>
          <p:cNvPr id="401" name="Google Shape;401;p1"/>
          <p:cNvSpPr txBox="1">
            <a:spLocks noGrp="1"/>
          </p:cNvSpPr>
          <p:nvPr>
            <p:ph type="body" idx="2"/>
          </p:nvPr>
        </p:nvSpPr>
        <p:spPr>
          <a:xfrm>
            <a:off x="3208625" y="1307700"/>
            <a:ext cx="57288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LỚP CE410.Q21</a:t>
            </a:r>
            <a:endParaRPr/>
          </a:p>
        </p:txBody>
      </p:sp>
      <p:sp>
        <p:nvSpPr>
          <p:cNvPr id="402" name="Google Shape;402;p1"/>
          <p:cNvSpPr txBox="1">
            <a:spLocks noGrp="1"/>
          </p:cNvSpPr>
          <p:nvPr>
            <p:ph type="body" idx="3"/>
          </p:nvPr>
        </p:nvSpPr>
        <p:spPr>
          <a:xfrm>
            <a:off x="2068604" y="5901884"/>
            <a:ext cx="80874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Trường đại học Công Nghệ Thông Tin – ĐHQG Thành phố Hồ Chí Minh</a:t>
            </a:r>
            <a:endParaRPr/>
          </a:p>
        </p:txBody>
      </p:sp>
      <p:sp>
        <p:nvSpPr>
          <p:cNvPr id="403" name="Google Shape;403;p1"/>
          <p:cNvSpPr>
            <a:spLocks noGrp="1"/>
          </p:cNvSpPr>
          <p:nvPr>
            <p:ph type="body" idx="4"/>
          </p:nvPr>
        </p:nvSpPr>
        <p:spPr>
          <a:xfrm>
            <a:off x="1960075" y="2003062"/>
            <a:ext cx="3341687" cy="5142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1</a:t>
            </a:r>
            <a:endParaRPr dirty="0"/>
          </a:p>
        </p:txBody>
      </p:sp>
      <p:sp>
        <p:nvSpPr>
          <p:cNvPr id="404" name="Google Shape;404;p1"/>
          <p:cNvSpPr>
            <a:spLocks noGrp="1"/>
          </p:cNvSpPr>
          <p:nvPr>
            <p:ph type="body" idx="5"/>
          </p:nvPr>
        </p:nvSpPr>
        <p:spPr>
          <a:xfrm>
            <a:off x="7738249" y="5175000"/>
            <a:ext cx="2653500" cy="5142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      Nhóm Nguyên Phát</a:t>
            </a:r>
            <a:endParaRPr/>
          </a:p>
        </p:txBody>
      </p:sp>
      <p:sp>
        <p:nvSpPr>
          <p:cNvPr id="405" name="Google Shape;405;p1"/>
          <p:cNvSpPr/>
          <p:nvPr/>
        </p:nvSpPr>
        <p:spPr>
          <a:xfrm rot="-5400000">
            <a:off x="-124471" y="5219933"/>
            <a:ext cx="843316" cy="320039"/>
          </a:xfrm>
          <a:prstGeom prst="rect">
            <a:avLst/>
          </a:prstGeom>
          <a:gradFill>
            <a:gsLst>
              <a:gs pos="0">
                <a:srgbClr val="21866A"/>
              </a:gs>
              <a:gs pos="100000">
                <a:srgbClr val="1475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"/>
          <p:cNvSpPr txBox="1"/>
          <p:nvPr/>
        </p:nvSpPr>
        <p:spPr>
          <a:xfrm>
            <a:off x="11551900" y="321775"/>
            <a:ext cx="4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"/>
          <p:cNvSpPr>
            <a:spLocks noGrp="1"/>
          </p:cNvSpPr>
          <p:nvPr>
            <p:ph type="body" idx="5"/>
          </p:nvPr>
        </p:nvSpPr>
        <p:spPr>
          <a:xfrm>
            <a:off x="1960075" y="5175025"/>
            <a:ext cx="3836700" cy="437100"/>
          </a:xfrm>
          <a:prstGeom prst="roundRect">
            <a:avLst>
              <a:gd name="adj" fmla="val 8146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0"/>
              <a:buNone/>
            </a:pPr>
            <a:r>
              <a:rPr lang="en-US" sz="1480"/>
              <a:t>Giảng viên Hướng dẫn: ThS. Tạ Trí Đức</a:t>
            </a:r>
            <a:endParaRPr sz="148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6e57a8e1e_6_0"/>
          <p:cNvSpPr txBox="1">
            <a:spLocks noGrp="1"/>
          </p:cNvSpPr>
          <p:nvPr>
            <p:ph type="title"/>
          </p:nvPr>
        </p:nvSpPr>
        <p:spPr>
          <a:xfrm>
            <a:off x="911555" y="1081153"/>
            <a:ext cx="4466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lang="en-US" sz="3600"/>
              <a:t>Nội dung trình bày:</a:t>
            </a:r>
            <a:endParaRPr sz="3600" b="0" i="1">
              <a:solidFill>
                <a:schemeClr val="dk1"/>
              </a:solidFill>
            </a:endParaRPr>
          </a:p>
        </p:txBody>
      </p:sp>
      <p:sp>
        <p:nvSpPr>
          <p:cNvPr id="414" name="Google Shape;414;g3a6e57a8e1e_6_0"/>
          <p:cNvSpPr txBox="1">
            <a:spLocks noGrp="1"/>
          </p:cNvSpPr>
          <p:nvPr>
            <p:ph type="ftr" idx="11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15" name="Google Shape;415;g3a6e57a8e1e_6_0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16" name="Google Shape;416;g3a6e57a8e1e_6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March 2026</a:t>
            </a:r>
            <a:endParaRPr/>
          </a:p>
        </p:txBody>
      </p:sp>
      <p:sp>
        <p:nvSpPr>
          <p:cNvPr id="417" name="Google Shape;417;g3a6e57a8e1e_6_0"/>
          <p:cNvSpPr txBox="1"/>
          <p:nvPr/>
        </p:nvSpPr>
        <p:spPr>
          <a:xfrm>
            <a:off x="911550" y="1976025"/>
            <a:ext cx="6632250" cy="2106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75" tIns="47625" rIns="95275" bIns="47625" anchor="t" anchorCtr="0">
            <a:spAutoFit/>
          </a:bodyPr>
          <a:lstStyle/>
          <a:p>
            <a:pPr marL="457200" marR="0" lvl="0" indent="-380746" algn="l" rtl="0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lang="en-US" sz="2396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 </a:t>
            </a:r>
            <a:r>
              <a:rPr lang="en-US" sz="2396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396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2396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endParaRPr sz="2396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074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endParaRPr lang="en-US" sz="2396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4" indent="-380746">
              <a:buSzPts val="2396"/>
              <a:buFont typeface="Arial" panose="020B0604020202020204" pitchFamily="34" charset="0"/>
              <a:buChar char="•"/>
            </a:pP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Sóng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phỏng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chỉnh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sửa</a:t>
            </a:r>
            <a:endParaRPr lang="en-US" sz="2396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4" indent="-380746">
              <a:buSzPts val="2396"/>
              <a:buFont typeface="Arial" panose="020B0604020202020204" pitchFamily="34" charset="0"/>
              <a:buChar char="•"/>
            </a:pP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Tài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nguyên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Tần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endParaRPr lang="en-US" sz="2396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4" indent="-380746">
              <a:buSzPts val="2396"/>
              <a:buFont typeface="Arial" panose="020B0604020202020204" pitchFamily="34" charset="0"/>
              <a:buChar char="•"/>
            </a:pP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Hiệu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2396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6" b="1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endParaRPr lang="en-US" sz="2396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cd6775a01_0_8"/>
          <p:cNvSpPr txBox="1">
            <a:spLocks noGrp="1"/>
          </p:cNvSpPr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dirty="0"/>
              <a:t>1.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dirty="0"/>
          </a:p>
        </p:txBody>
      </p:sp>
      <p:sp>
        <p:nvSpPr>
          <p:cNvPr id="424" name="Google Shape;424;g3dcd6775a01_0_8"/>
          <p:cNvSpPr txBox="1">
            <a:spLocks noGrp="1"/>
          </p:cNvSpPr>
          <p:nvPr>
            <p:ph type="sldNum" idx="12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0"/>
              <a:t>3</a:t>
            </a:fld>
            <a:endParaRPr b="0"/>
          </a:p>
        </p:txBody>
      </p:sp>
      <p:sp>
        <p:nvSpPr>
          <p:cNvPr id="425" name="Google Shape;425;g3dcd6775a01_0_8"/>
          <p:cNvSpPr txBox="1">
            <a:spLocks noGrp="1"/>
          </p:cNvSpPr>
          <p:nvPr>
            <p:ph type="body" idx="1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a362a4128_1_232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31" name="Google Shape;431;g3da362a4128_1_2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March 2026</a:t>
            </a:r>
            <a:endParaRPr/>
          </a:p>
        </p:txBody>
      </p:sp>
      <p:sp>
        <p:nvSpPr>
          <p:cNvPr id="432" name="Google Shape;432;g3da362a4128_1_232"/>
          <p:cNvSpPr txBox="1">
            <a:spLocks noGrp="1"/>
          </p:cNvSpPr>
          <p:nvPr>
            <p:ph type="ftr" idx="11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33" name="Google Shape;433;g3da362a4128_1_232"/>
          <p:cNvSpPr txBox="1"/>
          <p:nvPr/>
        </p:nvSpPr>
        <p:spPr>
          <a:xfrm>
            <a:off x="1106310" y="1489150"/>
            <a:ext cx="50043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350" tIns="59650" rIns="119350" bIns="5965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lang="en-US" sz="326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Đình Nhật Nguyên</a:t>
            </a:r>
            <a:endParaRPr sz="3263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lang="en-US" sz="2741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23521043</a:t>
            </a:r>
            <a:endParaRPr sz="2741" b="0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g3da362a4128_1_232" title="Nguyên.png"/>
          <p:cNvPicPr preferRelativeResize="0"/>
          <p:nvPr/>
        </p:nvPicPr>
        <p:blipFill rotWithShape="1">
          <a:blip r:embed="rId3">
            <a:alphaModFix/>
          </a:blip>
          <a:srcRect l="-4954"/>
          <a:stretch/>
        </p:blipFill>
        <p:spPr>
          <a:xfrm>
            <a:off x="2194475" y="3296425"/>
            <a:ext cx="2827975" cy="26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da362a4128_1_232"/>
          <p:cNvSpPr txBox="1"/>
          <p:nvPr/>
        </p:nvSpPr>
        <p:spPr>
          <a:xfrm>
            <a:off x="7450229" y="1429179"/>
            <a:ext cx="31692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350" tIns="59650" rIns="119350" bIns="5965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lang="en-US" sz="3263">
                <a:latin typeface="Times New Roman"/>
                <a:ea typeface="Times New Roman"/>
                <a:cs typeface="Times New Roman"/>
                <a:sym typeface="Times New Roman"/>
              </a:rPr>
              <a:t>Lê Hưng Phát</a:t>
            </a:r>
            <a:endParaRPr sz="3263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lang="en-US" sz="2741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</a:t>
            </a:r>
            <a:r>
              <a:rPr lang="en-US" sz="2741" i="1">
                <a:latin typeface="Times New Roman"/>
                <a:ea typeface="Times New Roman"/>
                <a:cs typeface="Times New Roman"/>
                <a:sym typeface="Times New Roman"/>
              </a:rPr>
              <a:t>139</a:t>
            </a:r>
            <a:endParaRPr sz="2741" b="0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6" name="Google Shape;436;g3da362a4128_1_232" title="Nháp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1700" y="3240563"/>
            <a:ext cx="2806262" cy="280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cd6775a01_0_15"/>
          <p:cNvSpPr txBox="1">
            <a:spLocks noGrp="1"/>
          </p:cNvSpPr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dirty="0"/>
          </a:p>
        </p:txBody>
      </p:sp>
      <p:sp>
        <p:nvSpPr>
          <p:cNvPr id="443" name="Google Shape;443;g3dcd6775a01_0_15"/>
          <p:cNvSpPr txBox="1">
            <a:spLocks noGrp="1"/>
          </p:cNvSpPr>
          <p:nvPr>
            <p:ph type="sldNum" idx="12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0"/>
              <a:t>5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7C78DBD8-C4CE-0F04-D547-0CC56321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362a4128_0_0">
            <a:extLst>
              <a:ext uri="{FF2B5EF4-FFF2-40B4-BE49-F238E27FC236}">
                <a16:creationId xmlns:a16="http://schemas.microsoft.com/office/drawing/2014/main" id="{B1375DCD-FCF1-8BF5-11E2-A38586735F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A61DC-15A0-ADDE-AD48-F0F3EA0E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93" y="1563337"/>
            <a:ext cx="11246422" cy="509550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9A1CCCC-4E14-2D96-B0F1-2AB8E324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21" y="950320"/>
            <a:ext cx="10588002" cy="613017"/>
          </a:xfrm>
        </p:spPr>
        <p:txBody>
          <a:bodyPr>
            <a:noAutofit/>
          </a:bodyPr>
          <a:lstStyle/>
          <a:p>
            <a:pPr algn="ctr"/>
            <a:r>
              <a:rPr lang="en-VN" sz="3200" dirty="0"/>
              <a:t>Sóng mô phỏng sau chỉnh sửa</a:t>
            </a:r>
            <a:r>
              <a:rPr lang="en-US" sz="3200" dirty="0"/>
              <a:t>: </a:t>
            </a:r>
            <a:r>
              <a:rPr lang="en-US" sz="3200" dirty="0" err="1"/>
              <a:t>Sóng</a:t>
            </a:r>
            <a:r>
              <a:rPr lang="en-US" sz="3200" dirty="0"/>
              <a:t> </a:t>
            </a:r>
            <a:r>
              <a:rPr lang="en-US" sz="3200" dirty="0" err="1"/>
              <a:t>Tổng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endParaRPr lang="en-VN" sz="3200" dirty="0"/>
          </a:p>
        </p:txBody>
      </p:sp>
    </p:spTree>
    <p:extLst>
      <p:ext uri="{BB962C8B-B14F-4D97-AF65-F5344CB8AC3E}">
        <p14:creationId xmlns:p14="http://schemas.microsoft.com/office/powerpoint/2010/main" val="189750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858C71CF-31A2-0499-18B3-F69A67F9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362a4128_0_0">
            <a:extLst>
              <a:ext uri="{FF2B5EF4-FFF2-40B4-BE49-F238E27FC236}">
                <a16:creationId xmlns:a16="http://schemas.microsoft.com/office/drawing/2014/main" id="{AC679CF4-EECD-15C9-3FCB-BB030E421C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4E175-103F-E766-AA5E-40C89BB6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92" y="1563337"/>
            <a:ext cx="11122269" cy="5158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14823-CA6F-2897-3063-ACD4AC6F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21" y="950320"/>
            <a:ext cx="10588002" cy="613017"/>
          </a:xfrm>
        </p:spPr>
        <p:txBody>
          <a:bodyPr>
            <a:noAutofit/>
          </a:bodyPr>
          <a:lstStyle/>
          <a:p>
            <a:pPr algn="ctr"/>
            <a:r>
              <a:rPr lang="en-VN" sz="3200" dirty="0"/>
              <a:t>Sóng mô phỏng sau chỉnh sửa</a:t>
            </a:r>
            <a:r>
              <a:rPr lang="en-US" sz="3200" dirty="0"/>
              <a:t>: </a:t>
            </a:r>
            <a:r>
              <a:rPr lang="en-US" sz="3200" dirty="0" err="1"/>
              <a:t>Tính</a:t>
            </a:r>
            <a:r>
              <a:rPr lang="en-US" sz="3200" dirty="0"/>
              <a:t> Phi </a:t>
            </a:r>
            <a:r>
              <a:rPr lang="en-US" sz="3200" dirty="0" err="1"/>
              <a:t>chặn</a:t>
            </a:r>
            <a:endParaRPr lang="en-VN" sz="3200" dirty="0"/>
          </a:p>
        </p:txBody>
      </p:sp>
    </p:spTree>
    <p:extLst>
      <p:ext uri="{BB962C8B-B14F-4D97-AF65-F5344CB8AC3E}">
        <p14:creationId xmlns:p14="http://schemas.microsoft.com/office/powerpoint/2010/main" val="3444812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362a4128_0_0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B982F-DEAA-308E-CF39-B22C1DA79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5" y="1731428"/>
            <a:ext cx="11087100" cy="48798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946A357-8A0B-E809-0083-17236B04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21" y="950320"/>
            <a:ext cx="10588002" cy="613017"/>
          </a:xfrm>
        </p:spPr>
        <p:txBody>
          <a:bodyPr>
            <a:noAutofit/>
          </a:bodyPr>
          <a:lstStyle/>
          <a:p>
            <a:pPr algn="ctr"/>
            <a:r>
              <a:rPr lang="en-VN" sz="3200" dirty="0"/>
              <a:t>Sóng mô phỏng sau chỉnh sửa</a:t>
            </a:r>
            <a:r>
              <a:rPr lang="en-US" sz="3200" dirty="0"/>
              <a:t>: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hân xử &amp; Đồng bộ</a:t>
            </a:r>
            <a:endParaRPr lang="en-V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016D1BA7-9179-FECF-090B-AC72997D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362a4128_0_0">
            <a:extLst>
              <a:ext uri="{FF2B5EF4-FFF2-40B4-BE49-F238E27FC236}">
                <a16:creationId xmlns:a16="http://schemas.microsoft.com/office/drawing/2014/main" id="{DB0823EE-6097-6BAC-B3F6-A575F6C1AE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ACE7F6-88F7-FA49-1ED4-62457A78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21" y="950320"/>
            <a:ext cx="10588002" cy="613017"/>
          </a:xfrm>
        </p:spPr>
        <p:txBody>
          <a:bodyPr>
            <a:noAutofit/>
          </a:bodyPr>
          <a:lstStyle/>
          <a:p>
            <a:pPr algn="ctr"/>
            <a:r>
              <a:rPr lang="en-VN" sz="3200" dirty="0"/>
              <a:t>Sóng mô phỏng sau chỉnh sửa</a:t>
            </a:r>
            <a:r>
              <a:rPr lang="en-US" sz="3200" dirty="0"/>
              <a:t>: </a:t>
            </a:r>
            <a:r>
              <a:rPr lang="en-US" sz="3200" dirty="0" err="1"/>
              <a:t>Nhận</a:t>
            </a:r>
            <a:r>
              <a:rPr lang="en-US" sz="3200" dirty="0"/>
              <a:t> </a:t>
            </a:r>
            <a:r>
              <a:rPr lang="en-US" sz="3200" dirty="0" err="1"/>
              <a:t>xét</a:t>
            </a:r>
            <a:endParaRPr lang="en-VN" sz="3200" dirty="0"/>
          </a:p>
        </p:txBody>
      </p:sp>
      <p:sp>
        <p:nvSpPr>
          <p:cNvPr id="3" name="Google Shape;481;g3d56e73d084_0_6">
            <a:extLst>
              <a:ext uri="{FF2B5EF4-FFF2-40B4-BE49-F238E27FC236}">
                <a16:creationId xmlns:a16="http://schemas.microsoft.com/office/drawing/2014/main" id="{90E5E43A-8C41-64D7-EE02-21AB76DB3597}"/>
              </a:ext>
            </a:extLst>
          </p:cNvPr>
          <p:cNvSpPr txBox="1"/>
          <p:nvPr/>
        </p:nvSpPr>
        <p:spPr>
          <a:xfrm>
            <a:off x="649365" y="1943102"/>
            <a:ext cx="10752592" cy="305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75" tIns="47625" rIns="95275" bIns="47625" anchor="t" anchorCtr="0">
            <a:spAutoFit/>
          </a:bodyPr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thể sóng: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vận hành ổn định suốt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µs ngay sau khi kết thúc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 chặn: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truyền dữ liệu song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tốc độ tối đa.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hân xử &amp; Đồng bộ: </a:t>
            </a:r>
            <a:r>
              <a:rPr lang="vi-VN" sz="24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mutex_lock</a:t>
            </a:r>
            <a:r>
              <a:rPr lang="vi-VN" sz="2400" dirty="0">
                <a:latin typeface="Consolas" panose="020B0609020204030204" pitchFamily="49" charset="0"/>
                <a:cs typeface="Times New Roman" panose="02020603050405020304" pitchFamily="18" charset="0"/>
              </a:rPr>
              <a:t> = 1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kích hoạt chuẩn xác, cấp quyền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grant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luân phiên xen kẽ.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Kết luận: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đạt hiệu suất tối ưu, phân phối tài nguyên tốt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67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ce317043b_1_6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BC4B7-EAA8-CB12-A1A5-D627DA0F3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21" y="1528667"/>
            <a:ext cx="4969717" cy="3526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B1A176-5D0B-6FF3-F857-384E0D8DC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81" y="1528667"/>
            <a:ext cx="4443876" cy="888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40B50-8A40-BE57-FE12-815CB876B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481" y="4288199"/>
            <a:ext cx="4424409" cy="767377"/>
          </a:xfrm>
          <a:prstGeom prst="rect">
            <a:avLst/>
          </a:prstGeom>
        </p:spPr>
      </p:pic>
      <p:sp>
        <p:nvSpPr>
          <p:cNvPr id="9" name="Google Shape;481;g3d56e73d084_0_6">
            <a:extLst>
              <a:ext uri="{FF2B5EF4-FFF2-40B4-BE49-F238E27FC236}">
                <a16:creationId xmlns:a16="http://schemas.microsoft.com/office/drawing/2014/main" id="{C88BB57E-64FC-66FD-D584-CA7DF22CF42A}"/>
              </a:ext>
            </a:extLst>
          </p:cNvPr>
          <p:cNvSpPr txBox="1"/>
          <p:nvPr/>
        </p:nvSpPr>
        <p:spPr>
          <a:xfrm>
            <a:off x="1029856" y="5259425"/>
            <a:ext cx="9379836" cy="129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75" tIns="47625" rIns="95275" bIns="476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Tài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75%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Đây là tốc độ thực tế sau khi đã qua bước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Đảm bảo hệ thống ổn định trong mọi điều kiện nhiệt độ vận hành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5FD536-6498-6DD1-933A-B5831942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21" y="950320"/>
            <a:ext cx="10588002" cy="613017"/>
          </a:xfrm>
        </p:spPr>
        <p:txBody>
          <a:bodyPr>
            <a:noAutofit/>
          </a:bodyPr>
          <a:lstStyle/>
          <a:p>
            <a:pPr algn="ctr"/>
            <a:r>
              <a:rPr lang="en-VN" sz="3200" dirty="0"/>
              <a:t>Tài nguyên và Tần số tối đa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56e73d084_0_6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81" name="Google Shape;481;g3d56e73d084_0_6"/>
          <p:cNvSpPr txBox="1"/>
          <p:nvPr/>
        </p:nvSpPr>
        <p:spPr>
          <a:xfrm>
            <a:off x="1320003" y="1563337"/>
            <a:ext cx="9379836" cy="452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75" tIns="47625" rIns="95275" bIns="47625" anchor="t" anchorCtr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nhịp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MHz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 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5 000 000 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nhịp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500 000 chu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0: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chu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chu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0avg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1,000004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1avg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1,000006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= 1,0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Crossbar 2x3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759EEF-8DAF-42E6-1E10-8CB9AE8032DB}"/>
              </a:ext>
            </a:extLst>
          </p:cNvPr>
          <p:cNvSpPr txBox="1">
            <a:spLocks/>
          </p:cNvSpPr>
          <p:nvPr/>
        </p:nvSpPr>
        <p:spPr>
          <a:xfrm>
            <a:off x="929921" y="950320"/>
            <a:ext cx="10588002" cy="613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VN" sz="3200" dirty="0"/>
              <a:t>Hiệu năng hệ thống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4"/>
          <p:cNvSpPr txBox="1">
            <a:spLocks noGrp="1"/>
          </p:cNvSpPr>
          <p:nvPr>
            <p:ph type="title"/>
          </p:nvPr>
        </p:nvSpPr>
        <p:spPr>
          <a:xfrm>
            <a:off x="1575218" y="1218933"/>
            <a:ext cx="9041564" cy="361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</a:pPr>
            <a:r>
              <a:rPr lang="en-US" sz="6000" dirty="0">
                <a:solidFill>
                  <a:srgbClr val="05624A"/>
                </a:solidFill>
              </a:rPr>
              <a:t>CẢM ƠN MỌI NGƯỜI ĐÃ CHÚ Ý LẮNG NGHE!</a:t>
            </a:r>
            <a:endParaRPr dirty="0"/>
          </a:p>
        </p:txBody>
      </p:sp>
      <p:sp>
        <p:nvSpPr>
          <p:cNvPr id="547" name="Google Shape;5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31 March 2026</a:t>
            </a:r>
            <a:endParaRPr/>
          </a:p>
        </p:txBody>
      </p:sp>
      <p:sp>
        <p:nvSpPr>
          <p:cNvPr id="548" name="Google Shape;548;p14"/>
          <p:cNvSpPr txBox="1">
            <a:spLocks noGrp="1"/>
          </p:cNvSpPr>
          <p:nvPr>
            <p:ph type="sldNum" idx="12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49" name="Google Shape;549;p14"/>
          <p:cNvSpPr txBox="1"/>
          <p:nvPr/>
        </p:nvSpPr>
        <p:spPr>
          <a:xfrm>
            <a:off x="4892865" y="4330350"/>
            <a:ext cx="2406269" cy="75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3600" b="1" i="0" u="none" strike="noStrike" cap="none">
              <a:solidFill>
                <a:srgbClr val="D88E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4892865" y="4330350"/>
            <a:ext cx="2406269" cy="757619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997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 txBox="1">
            <a:spLocks noGrp="1"/>
          </p:cNvSpPr>
          <p:nvPr>
            <p:ph type="ftr" idx="11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360A-81E2-6C44-F533-4A6E497C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Phụ lụ</a:t>
            </a:r>
            <a:r>
              <a:rPr lang="en-US" dirty="0"/>
              <a:t>c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DFBC-BFAA-0BEC-5947-4CA5249D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761" y="1868920"/>
            <a:ext cx="10980000" cy="3388880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(GitHub):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https://github.com/NguyenDinhNhatNguyen/RISCV-Multicore-Project.git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module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RISCV_Core.v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crossbar_2x3.v,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DualCore_Top.v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DualCore_Top_tb.v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FPGA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32,32 MHz)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MHz)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+mj-lt"/>
            </a:endParaRPr>
          </a:p>
          <a:p>
            <a:pPr marL="114300" indent="0">
              <a:buNone/>
            </a:pPr>
            <a:endParaRPr lang="en-US" sz="1800" b="1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593</Words>
  <Application>Microsoft Office PowerPoint</Application>
  <PresentationFormat>Widescreen</PresentationFormat>
  <Paragraphs>81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Times New Roman</vt:lpstr>
      <vt:lpstr>Office Theme</vt:lpstr>
      <vt:lpstr>Office Theme</vt:lpstr>
      <vt:lpstr>TÌM HIỂU THIẾT KẾ HỆ THỐNG XỬ LÝ ĐA LÕI RISC-V</vt:lpstr>
      <vt:lpstr>Nội dung trình bày:</vt:lpstr>
      <vt:lpstr>1. Danh sách thành viên</vt:lpstr>
      <vt:lpstr>PowerPoint Presentation</vt:lpstr>
      <vt:lpstr>2. Kết quả sau nâng cấp</vt:lpstr>
      <vt:lpstr>Sóng mô phỏng sau chỉnh sửa: Sóng Tổng thể</vt:lpstr>
      <vt:lpstr>Sóng mô phỏng sau chỉnh sửa: Tính Phi chặn</vt:lpstr>
      <vt:lpstr>Sóng mô phỏng sau chỉnh sửa: Tính Phân xử &amp; Đồng bộ</vt:lpstr>
      <vt:lpstr>Sóng mô phỏng sau chỉnh sửa: Nhận xét</vt:lpstr>
      <vt:lpstr>Tài nguyên và Tần số tối đa</vt:lpstr>
      <vt:lpstr>PowerPoint Presentation</vt:lpstr>
      <vt:lpstr>CẢM ƠN MỌI NGƯỜI ĐÃ CHÚ Ý LẮNG NGHE!</vt:lpstr>
      <vt:lpstr>Phụ lục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Duy Doan</dc:creator>
  <cp:lastModifiedBy>Nguyễn Đình Nhật Nguyên</cp:lastModifiedBy>
  <cp:revision>4</cp:revision>
  <dcterms:created xsi:type="dcterms:W3CDTF">2022-06-26T12:27:32Z</dcterms:created>
  <dcterms:modified xsi:type="dcterms:W3CDTF">2026-06-28T03:12:43Z</dcterms:modified>
</cp:coreProperties>
</file>