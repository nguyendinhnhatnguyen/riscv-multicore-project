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60">
          <p15:clr>
            <a:srgbClr val="A4A3A4"/>
          </p15:clr>
        </p15:guide>
        <p15:guide id="2" pos="480">
          <p15:clr>
            <a:srgbClr val="A4A3A4"/>
          </p15:clr>
        </p15:guide>
        <p15:guide id="3" orient="horz" pos="2760">
          <p15:clr>
            <a:srgbClr val="A4A3A4"/>
          </p15:clr>
        </p15:guide>
        <p15:guide id="4" pos="768">
          <p15:clr>
            <a:srgbClr val="A4A3A4"/>
          </p15:clr>
        </p15:guide>
        <p15:guide id="5" pos="96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iBHMF40+r192kubhsiOCKF+6Pi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1896260-8F2B-41D8-BA57-89EB00F6E575}">
  <a:tblStyle styleId="{71896260-8F2B-41D8-BA57-89EB00F6E57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60" orient="horz"/>
        <p:guide pos="480"/>
        <p:guide pos="2760" orient="horz"/>
        <p:guide pos="768"/>
        <p:guide pos="9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customschemas.google.com/relationships/presentationmetadata" Target="metadata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a6e57a8e1e_6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g3a6e57a8e1e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cd6775a01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dcd6775a01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g3dcd6775a01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a362a4128_1_2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g3da362a4128_1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dcd6775a01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dcd6775a01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g3dcd6775a01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da362a412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da362a412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5" name="Google Shape;455;g3da362a412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e2ae7f76d3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3e2ae7f76d3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g3e2ae7f76d3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e2ae7f76d3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g3e2ae7f76d3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g3e2ae7f76d3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cd6775a0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g3dcd6775a0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g3dcd6775a0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e2ae7f76d3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3e2ae7f76d3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g3e2ae7f76d3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e2ae7f76d3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3e2ae7f76d3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2" name="Google Shape;512;g3e2ae7f76d3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e2ae7f76d3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e2ae7f76d3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g3e2ae7f76d3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d38cdd7ce0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g3d38cdd7ce0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3d38cdd7ce0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e2ae7f76d3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e2ae7f76d3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g3e2ae7f76d3_0_1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e2ae7f76d3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g3e2ae7f76d3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8" name="Google Shape;558;g3e2ae7f76d3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e2ae7f76d3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g3e2ae7f76d3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0" name="Google Shape;570;g3e2ae7f76d3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e2ae7f76d3_0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g3e2ae7f76d3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3" name="Google Shape;583;g3e2ae7f76d3_0_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e2ae7f76d3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g3e2ae7f76d3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5" name="Google Shape;595;g3e2ae7f76d3_0_1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e2ae7f76d3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g3e2ae7f76d3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7" name="Google Shape;607;g3e2ae7f76d3_0_1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e2ae7f76d3_0_1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g3e2ae7f76d3_0_1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9" name="Google Shape;619;g3e2ae7f76d3_0_1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e2ae7f76d3_0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g3e2ae7f76d3_0_1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0" name="Google Shape;630;g3e2ae7f76d3_0_1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e2ae7f76d3_0_2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g3e2ae7f76d3_0_2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0" name="Google Shape;640;g3e2ae7f76d3_0_2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jp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/>
          <p:nvPr/>
        </p:nvSpPr>
        <p:spPr>
          <a:xfrm>
            <a:off x="-24143" y="0"/>
            <a:ext cx="653293" cy="68580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6"/>
          <p:cNvSpPr/>
          <p:nvPr/>
        </p:nvSpPr>
        <p:spPr>
          <a:xfrm flipH="1" rot="10800000">
            <a:off x="-31247" y="0"/>
            <a:ext cx="633743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6"/>
          <p:cNvSpPr txBox="1"/>
          <p:nvPr/>
        </p:nvSpPr>
        <p:spPr>
          <a:xfrm rot="-5400000">
            <a:off x="-174040" y="5138274"/>
            <a:ext cx="8798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LỚP …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6"/>
          <p:cNvSpPr/>
          <p:nvPr>
            <p:ph type="ctrTitle"/>
          </p:nvPr>
        </p:nvSpPr>
        <p:spPr>
          <a:xfrm>
            <a:off x="2068594" y="2540459"/>
            <a:ext cx="8087360" cy="2387600"/>
          </a:xfrm>
          <a:prstGeom prst="roundRect">
            <a:avLst>
              <a:gd fmla="val 3901" name="adj"/>
            </a:avLst>
          </a:prstGeom>
          <a:noFill/>
          <a:ln cap="flat" cmpd="sng" w="2540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6000"/>
              <a:buFont typeface="Times New Roman"/>
              <a:buNone/>
              <a:defRPr b="1" sz="6000">
                <a:solidFill>
                  <a:srgbClr val="05624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subTitle"/>
          </p:nvPr>
        </p:nvSpPr>
        <p:spPr>
          <a:xfrm>
            <a:off x="3208587" y="964871"/>
            <a:ext cx="5807374" cy="434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16"/>
          <p:cNvSpPr txBox="1"/>
          <p:nvPr>
            <p:ph idx="10" type="dt"/>
          </p:nvPr>
        </p:nvSpPr>
        <p:spPr>
          <a:xfrm>
            <a:off x="206859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1" type="ftr"/>
          </p:nvPr>
        </p:nvSpPr>
        <p:spPr>
          <a:xfrm>
            <a:off x="526899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" name="Google Shape;25;p16"/>
          <p:cNvGrpSpPr/>
          <p:nvPr/>
        </p:nvGrpSpPr>
        <p:grpSpPr>
          <a:xfrm>
            <a:off x="11508226" y="243069"/>
            <a:ext cx="546132" cy="546132"/>
            <a:chOff x="11082048" y="197383"/>
            <a:chExt cx="486579" cy="486579"/>
          </a:xfrm>
        </p:grpSpPr>
        <p:sp>
          <p:nvSpPr>
            <p:cNvPr id="26" name="Google Shape;26;p16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6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8;p16"/>
          <p:cNvGrpSpPr/>
          <p:nvPr/>
        </p:nvGrpSpPr>
        <p:grpSpPr>
          <a:xfrm>
            <a:off x="4496259" y="113148"/>
            <a:ext cx="3232030" cy="721015"/>
            <a:chOff x="4280055" y="63291"/>
            <a:chExt cx="3631889" cy="810217"/>
          </a:xfrm>
        </p:grpSpPr>
        <p:sp>
          <p:nvSpPr>
            <p:cNvPr id="29" name="Google Shape;29;p16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6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31" name="Google Shape;3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6241" y="63291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3208587" y="1399088"/>
            <a:ext cx="5807374" cy="432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3" type="body"/>
          </p:nvPr>
        </p:nvSpPr>
        <p:spPr>
          <a:xfrm>
            <a:off x="2068594" y="5542055"/>
            <a:ext cx="8087360" cy="5191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1"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6"/>
          <p:cNvSpPr/>
          <p:nvPr>
            <p:ph idx="4" type="body"/>
          </p:nvPr>
        </p:nvSpPr>
        <p:spPr>
          <a:xfrm>
            <a:off x="3746557" y="2166938"/>
            <a:ext cx="2365717" cy="3810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0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6"/>
          <p:cNvSpPr/>
          <p:nvPr>
            <p:ph idx="5" type="body"/>
          </p:nvPr>
        </p:nvSpPr>
        <p:spPr>
          <a:xfrm>
            <a:off x="6112274" y="4926551"/>
            <a:ext cx="3388242" cy="3810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0" scaled="0"/>
          </a:gradFill>
          <a:ln>
            <a:noFill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10409692" y="33357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16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/>
          <p:nvPr>
            <p:ph type="title"/>
          </p:nvPr>
        </p:nvSpPr>
        <p:spPr>
          <a:xfrm>
            <a:off x="1905755" y="1026302"/>
            <a:ext cx="8378012" cy="98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643622" y="2206392"/>
            <a:ext cx="5353953" cy="643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7335"/>
              </a:buClr>
              <a:buSzPts val="2400"/>
              <a:buNone/>
              <a:defRPr b="1" sz="2400">
                <a:solidFill>
                  <a:srgbClr val="F3733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643622" y="2932771"/>
            <a:ext cx="5353953" cy="3256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3" type="body"/>
          </p:nvPr>
        </p:nvSpPr>
        <p:spPr>
          <a:xfrm>
            <a:off x="6172200" y="2206392"/>
            <a:ext cx="5183188" cy="643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7335"/>
              </a:buClr>
              <a:buSzPts val="2400"/>
              <a:buNone/>
              <a:defRPr b="1" sz="2400">
                <a:solidFill>
                  <a:srgbClr val="F3733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4" type="body"/>
          </p:nvPr>
        </p:nvSpPr>
        <p:spPr>
          <a:xfrm>
            <a:off x="6172200" y="2932771"/>
            <a:ext cx="5183188" cy="3256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7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7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17"/>
          <p:cNvGrpSpPr/>
          <p:nvPr/>
        </p:nvGrpSpPr>
        <p:grpSpPr>
          <a:xfrm>
            <a:off x="4479985" y="263617"/>
            <a:ext cx="3232030" cy="721014"/>
            <a:chOff x="4280055" y="109041"/>
            <a:chExt cx="3631889" cy="810216"/>
          </a:xfrm>
        </p:grpSpPr>
        <p:sp>
          <p:nvSpPr>
            <p:cNvPr id="50" name="Google Shape;50;p17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7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52" name="Google Shape;52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109041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3" name="Google Shape;53;p17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54" name="Google Shape;54;p17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7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" name="Google Shape;56;p17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/>
          <p:nvPr/>
        </p:nvSpPr>
        <p:spPr>
          <a:xfrm>
            <a:off x="1136821" y="1450428"/>
            <a:ext cx="10210628" cy="4289654"/>
          </a:xfrm>
          <a:prstGeom prst="roundRect">
            <a:avLst>
              <a:gd fmla="val 2701" name="adj"/>
            </a:avLst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9"/>
          <p:cNvSpPr/>
          <p:nvPr/>
        </p:nvSpPr>
        <p:spPr>
          <a:xfrm>
            <a:off x="1136821" y="1450428"/>
            <a:ext cx="10210628" cy="4289654"/>
          </a:xfrm>
          <a:prstGeom prst="roundRect">
            <a:avLst>
              <a:gd fmla="val 2701" name="adj"/>
            </a:avLst>
          </a:prstGeom>
          <a:gradFill>
            <a:gsLst>
              <a:gs pos="0">
                <a:srgbClr val="38EF7D">
                  <a:alpha val="40000"/>
                </a:srgbClr>
              </a:gs>
              <a:gs pos="100000">
                <a:srgbClr val="11998E">
                  <a:alpha val="40000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9"/>
          <p:cNvSpPr txBox="1"/>
          <p:nvPr>
            <p:ph idx="10" type="dt"/>
          </p:nvPr>
        </p:nvSpPr>
        <p:spPr>
          <a:xfrm>
            <a:off x="423640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1" type="ftr"/>
          </p:nvPr>
        </p:nvSpPr>
        <p:spPr>
          <a:xfrm>
            <a:off x="723265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/>
        </p:nvSpPr>
        <p:spPr>
          <a:xfrm>
            <a:off x="-24142" y="0"/>
            <a:ext cx="657886" cy="6858000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9"/>
          <p:cNvSpPr txBox="1"/>
          <p:nvPr/>
        </p:nvSpPr>
        <p:spPr>
          <a:xfrm rot="-5400000">
            <a:off x="-1233059" y="4998600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19"/>
          <p:cNvGrpSpPr/>
          <p:nvPr/>
        </p:nvGrpSpPr>
        <p:grpSpPr>
          <a:xfrm>
            <a:off x="4479985" y="170766"/>
            <a:ext cx="3232030" cy="721014"/>
            <a:chOff x="4280055" y="128038"/>
            <a:chExt cx="3631889" cy="810216"/>
          </a:xfrm>
        </p:grpSpPr>
        <p:sp>
          <p:nvSpPr>
            <p:cNvPr id="66" name="Google Shape;66;p19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9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68" name="Google Shape;6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6241" y="128038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9" name="Google Shape;69;p19"/>
          <p:cNvGrpSpPr/>
          <p:nvPr/>
        </p:nvGrpSpPr>
        <p:grpSpPr>
          <a:xfrm>
            <a:off x="11508226" y="243069"/>
            <a:ext cx="546132" cy="546132"/>
            <a:chOff x="11082048" y="197383"/>
            <a:chExt cx="486579" cy="486579"/>
          </a:xfrm>
        </p:grpSpPr>
        <p:sp>
          <p:nvSpPr>
            <p:cNvPr id="70" name="Google Shape;70;p19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9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19"/>
          <p:cNvSpPr txBox="1"/>
          <p:nvPr>
            <p:ph idx="12" type="sldNum"/>
          </p:nvPr>
        </p:nvSpPr>
        <p:spPr>
          <a:xfrm>
            <a:off x="11347449" y="332284"/>
            <a:ext cx="8445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9"/>
          <p:cNvSpPr txBox="1"/>
          <p:nvPr>
            <p:ph type="title"/>
          </p:nvPr>
        </p:nvSpPr>
        <p:spPr>
          <a:xfrm>
            <a:off x="1653362" y="2425382"/>
            <a:ext cx="9177548" cy="15059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imes New Roman"/>
              <a:buNone/>
              <a:defRPr b="1"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1653362" y="4108231"/>
            <a:ext cx="5564835" cy="741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9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9"/>
          <p:cNvSpPr/>
          <p:nvPr/>
        </p:nvSpPr>
        <p:spPr>
          <a:xfrm flipH="1" rot="10800000">
            <a:off x="-2192" y="-2696"/>
            <a:ext cx="633743" cy="6858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1915219" y="1180710"/>
            <a:ext cx="8354122" cy="10062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/>
          <p:nvPr/>
        </p:nvSpPr>
        <p:spPr>
          <a:xfrm rot="5400000">
            <a:off x="5776504" y="-5767744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1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" name="Google Shape;84;p21"/>
          <p:cNvGrpSpPr/>
          <p:nvPr/>
        </p:nvGrpSpPr>
        <p:grpSpPr>
          <a:xfrm>
            <a:off x="4479985" y="271046"/>
            <a:ext cx="3232030" cy="721014"/>
            <a:chOff x="4280055" y="117389"/>
            <a:chExt cx="3631889" cy="810216"/>
          </a:xfrm>
        </p:grpSpPr>
        <p:sp>
          <p:nvSpPr>
            <p:cNvPr id="85" name="Google Shape;85;p21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1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87" name="Google Shape;87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2060" y="117389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" name="Google Shape;88;p21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89" name="Google Shape;89;p21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1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21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1926022" y="1049992"/>
            <a:ext cx="8337478" cy="890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>
                <a:solidFill>
                  <a:srgbClr val="05624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1033164" y="2331225"/>
            <a:ext cx="10515600" cy="3845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0" type="dt"/>
          </p:nvPr>
        </p:nvSpPr>
        <p:spPr>
          <a:xfrm>
            <a:off x="103316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1" type="ftr"/>
          </p:nvPr>
        </p:nvSpPr>
        <p:spPr>
          <a:xfrm>
            <a:off x="4233564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8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8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18"/>
          <p:cNvGrpSpPr/>
          <p:nvPr/>
        </p:nvGrpSpPr>
        <p:grpSpPr>
          <a:xfrm>
            <a:off x="4479985" y="254598"/>
            <a:ext cx="3232030" cy="721014"/>
            <a:chOff x="4280055" y="98907"/>
            <a:chExt cx="3631889" cy="810216"/>
          </a:xfrm>
        </p:grpSpPr>
        <p:sp>
          <p:nvSpPr>
            <p:cNvPr id="106" name="Google Shape;106;p18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8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08" name="Google Shape;10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98907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18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10" name="Google Shape;110;p18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8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1042294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1834325" y="1077048"/>
            <a:ext cx="8325700" cy="8412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643622" y="2324773"/>
            <a:ext cx="5181600" cy="3852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2" type="body"/>
          </p:nvPr>
        </p:nvSpPr>
        <p:spPr>
          <a:xfrm>
            <a:off x="6172200" y="2324773"/>
            <a:ext cx="5181600" cy="3852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0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0"/>
          <p:cNvSpPr/>
          <p:nvPr/>
        </p:nvSpPr>
        <p:spPr>
          <a:xfrm flipH="1" rot="-5400000">
            <a:off x="5778983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" name="Google Shape;123;p20"/>
          <p:cNvGrpSpPr/>
          <p:nvPr/>
        </p:nvGrpSpPr>
        <p:grpSpPr>
          <a:xfrm>
            <a:off x="4479985" y="305288"/>
            <a:ext cx="3232030" cy="721014"/>
            <a:chOff x="4280055" y="155868"/>
            <a:chExt cx="3631889" cy="810216"/>
          </a:xfrm>
        </p:grpSpPr>
        <p:sp>
          <p:nvSpPr>
            <p:cNvPr id="124" name="Google Shape;124;p20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0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26" name="Google Shape;126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6" y="155868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20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28" name="Google Shape;128;p20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0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0" name="Google Shape;130;p20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0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643622" y="2219488"/>
            <a:ext cx="4128403" cy="139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  <a:defRPr b="1" sz="3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5183188" y="1072493"/>
            <a:ext cx="6172200" cy="4788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5" name="Google Shape;135;p23"/>
          <p:cNvSpPr txBox="1"/>
          <p:nvPr>
            <p:ph idx="2" type="body"/>
          </p:nvPr>
        </p:nvSpPr>
        <p:spPr>
          <a:xfrm>
            <a:off x="643622" y="3724507"/>
            <a:ext cx="4128403" cy="2144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6" name="Google Shape;13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3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23"/>
          <p:cNvGrpSpPr/>
          <p:nvPr/>
        </p:nvGrpSpPr>
        <p:grpSpPr>
          <a:xfrm>
            <a:off x="4479985" y="264096"/>
            <a:ext cx="3232030" cy="721014"/>
            <a:chOff x="4280055" y="109580"/>
            <a:chExt cx="3631889" cy="810216"/>
          </a:xfrm>
        </p:grpSpPr>
        <p:sp>
          <p:nvSpPr>
            <p:cNvPr id="142" name="Google Shape;142;p23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3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44" name="Google Shape;144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109580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5" name="Google Shape;145;p23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46" name="Google Shape;146;p23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3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p23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/>
          <p:nvPr>
            <p:ph idx="2" type="pic"/>
          </p:nvPr>
        </p:nvSpPr>
        <p:spPr>
          <a:xfrm>
            <a:off x="5183188" y="1072493"/>
            <a:ext cx="6172200" cy="4796495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7" name="Google Shape;157;p24"/>
          <p:cNvGrpSpPr/>
          <p:nvPr/>
        </p:nvGrpSpPr>
        <p:grpSpPr>
          <a:xfrm>
            <a:off x="4479985" y="233020"/>
            <a:ext cx="3232030" cy="721014"/>
            <a:chOff x="4280055" y="74659"/>
            <a:chExt cx="3631889" cy="810216"/>
          </a:xfrm>
        </p:grpSpPr>
        <p:sp>
          <p:nvSpPr>
            <p:cNvPr id="158" name="Google Shape;158;p24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4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60" name="Google Shape;16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74659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1" name="Google Shape;161;p24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62" name="Google Shape;162;p24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4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24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4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24"/>
          <p:cNvSpPr txBox="1"/>
          <p:nvPr>
            <p:ph type="title"/>
          </p:nvPr>
        </p:nvSpPr>
        <p:spPr>
          <a:xfrm>
            <a:off x="643622" y="2219488"/>
            <a:ext cx="4128403" cy="139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  <a:defRPr b="1" sz="3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4"/>
          <p:cNvSpPr txBox="1"/>
          <p:nvPr>
            <p:ph idx="1" type="body"/>
          </p:nvPr>
        </p:nvSpPr>
        <p:spPr>
          <a:xfrm>
            <a:off x="643622" y="3724507"/>
            <a:ext cx="4128403" cy="2144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028100" y="1097482"/>
            <a:ext cx="8325700" cy="7765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 rot="5400000">
            <a:off x="4072617" y="-1104221"/>
            <a:ext cx="3852189" cy="10710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5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5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6" name="Google Shape;176;p25"/>
          <p:cNvGrpSpPr/>
          <p:nvPr/>
        </p:nvGrpSpPr>
        <p:grpSpPr>
          <a:xfrm>
            <a:off x="4479985" y="286231"/>
            <a:ext cx="3232030" cy="721014"/>
            <a:chOff x="4280055" y="134453"/>
            <a:chExt cx="3631889" cy="810216"/>
          </a:xfrm>
        </p:grpSpPr>
        <p:sp>
          <p:nvSpPr>
            <p:cNvPr id="177" name="Google Shape;177;p25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5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79" name="Google Shape;179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134453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0" name="Google Shape;180;p25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81" name="Google Shape;181;p25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5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25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5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 rot="5400000">
            <a:off x="7396816" y="2219979"/>
            <a:ext cx="528506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idx="1" type="body"/>
          </p:nvPr>
        </p:nvSpPr>
        <p:spPr>
          <a:xfrm rot="5400000">
            <a:off x="2634702" y="239164"/>
            <a:ext cx="3946719" cy="7928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6"/>
          <p:cNvSpPr/>
          <p:nvPr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00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/>
          <p:nvPr/>
        </p:nvSpPr>
        <p:spPr>
          <a:xfrm flipH="1" rot="-5400000">
            <a:off x="5780224" y="-5781463"/>
            <a:ext cx="631552" cy="121944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59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240281" y="141423"/>
            <a:ext cx="291605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26"/>
          <p:cNvGrpSpPr/>
          <p:nvPr/>
        </p:nvGrpSpPr>
        <p:grpSpPr>
          <a:xfrm>
            <a:off x="4479985" y="254598"/>
            <a:ext cx="3232030" cy="721014"/>
            <a:chOff x="4280055" y="98907"/>
            <a:chExt cx="3631889" cy="810216"/>
          </a:xfrm>
        </p:grpSpPr>
        <p:sp>
          <p:nvSpPr>
            <p:cNvPr id="194" name="Google Shape;194;p26"/>
            <p:cNvSpPr/>
            <p:nvPr/>
          </p:nvSpPr>
          <p:spPr>
            <a:xfrm>
              <a:off x="4280055" y="155868"/>
              <a:ext cx="3631889" cy="71764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4345594" y="214327"/>
              <a:ext cx="3500812" cy="600721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196" name="Google Shape;19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98907"/>
              <a:ext cx="979518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" name="Google Shape;197;p26"/>
          <p:cNvGrpSpPr/>
          <p:nvPr/>
        </p:nvGrpSpPr>
        <p:grpSpPr>
          <a:xfrm>
            <a:off x="11508226" y="6270255"/>
            <a:ext cx="546132" cy="546132"/>
            <a:chOff x="11082048" y="197383"/>
            <a:chExt cx="486579" cy="486579"/>
          </a:xfrm>
        </p:grpSpPr>
        <p:sp>
          <p:nvSpPr>
            <p:cNvPr id="198" name="Google Shape;198;p26"/>
            <p:cNvSpPr/>
            <p:nvPr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26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a362a4128_1_287"/>
          <p:cNvSpPr txBox="1"/>
          <p:nvPr>
            <p:ph type="title"/>
          </p:nvPr>
        </p:nvSpPr>
        <p:spPr>
          <a:xfrm>
            <a:off x="1905755" y="1026302"/>
            <a:ext cx="83781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g3da362a4128_1_287"/>
          <p:cNvSpPr txBox="1"/>
          <p:nvPr>
            <p:ph idx="1" type="body"/>
          </p:nvPr>
        </p:nvSpPr>
        <p:spPr>
          <a:xfrm>
            <a:off x="643622" y="2206392"/>
            <a:ext cx="53541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7335"/>
              </a:buClr>
              <a:buSzPts val="2400"/>
              <a:buNone/>
              <a:defRPr b="1" sz="2400">
                <a:solidFill>
                  <a:srgbClr val="F3733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g3da362a4128_1_287"/>
          <p:cNvSpPr txBox="1"/>
          <p:nvPr>
            <p:ph idx="2" type="body"/>
          </p:nvPr>
        </p:nvSpPr>
        <p:spPr>
          <a:xfrm>
            <a:off x="643622" y="2932771"/>
            <a:ext cx="53541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g3da362a4128_1_287"/>
          <p:cNvSpPr txBox="1"/>
          <p:nvPr>
            <p:ph idx="3" type="body"/>
          </p:nvPr>
        </p:nvSpPr>
        <p:spPr>
          <a:xfrm>
            <a:off x="6172200" y="2206392"/>
            <a:ext cx="51831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37335"/>
              </a:buClr>
              <a:buSzPts val="2400"/>
              <a:buNone/>
              <a:defRPr b="1" sz="2400">
                <a:solidFill>
                  <a:srgbClr val="F3733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5" name="Google Shape;215;g3da362a4128_1_287"/>
          <p:cNvSpPr txBox="1"/>
          <p:nvPr>
            <p:ph idx="4" type="body"/>
          </p:nvPr>
        </p:nvSpPr>
        <p:spPr>
          <a:xfrm>
            <a:off x="6172200" y="2932771"/>
            <a:ext cx="51831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g3da362a4128_1_28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g3da362a4128_1_28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3da362a4128_1_287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da362a4128_1_287"/>
          <p:cNvSpPr/>
          <p:nvPr/>
        </p:nvSpPr>
        <p:spPr>
          <a:xfrm flipH="1" rot="-5400000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6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da362a4128_1_287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1" name="Google Shape;221;g3da362a4128_1_287"/>
          <p:cNvGrpSpPr/>
          <p:nvPr/>
        </p:nvGrpSpPr>
        <p:grpSpPr>
          <a:xfrm>
            <a:off x="4479971" y="263617"/>
            <a:ext cx="3231939" cy="721012"/>
            <a:chOff x="4280055" y="109041"/>
            <a:chExt cx="3631800" cy="810216"/>
          </a:xfrm>
        </p:grpSpPr>
        <p:sp>
          <p:nvSpPr>
            <p:cNvPr id="222" name="Google Shape;222;g3da362a4128_1_287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g3da362a4128_1_287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224" name="Google Shape;224;g3da362a4128_1_2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109041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g3da362a4128_1_287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226" name="Google Shape;226;g3da362a4128_1_287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g3da362a4128_1_287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g3da362a4128_1_287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da362a4128_1_287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a362a4128_1_266"/>
          <p:cNvSpPr/>
          <p:nvPr/>
        </p:nvSpPr>
        <p:spPr>
          <a:xfrm>
            <a:off x="-24143" y="0"/>
            <a:ext cx="653400" cy="68580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da362a4128_1_266"/>
          <p:cNvSpPr/>
          <p:nvPr/>
        </p:nvSpPr>
        <p:spPr>
          <a:xfrm flipH="1" rot="10800000">
            <a:off x="-31247" y="0"/>
            <a:ext cx="6336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da362a4128_1_266"/>
          <p:cNvSpPr txBox="1"/>
          <p:nvPr/>
        </p:nvSpPr>
        <p:spPr>
          <a:xfrm rot="-5400000">
            <a:off x="-173989" y="5138179"/>
            <a:ext cx="87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LỚP …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da362a4128_1_266"/>
          <p:cNvSpPr/>
          <p:nvPr>
            <p:ph type="ctrTitle"/>
          </p:nvPr>
        </p:nvSpPr>
        <p:spPr>
          <a:xfrm>
            <a:off x="2068594" y="2540459"/>
            <a:ext cx="8087400" cy="2387700"/>
          </a:xfrm>
          <a:prstGeom prst="roundRect">
            <a:avLst>
              <a:gd fmla="val 3901" name="adj"/>
            </a:avLst>
          </a:prstGeom>
          <a:noFill/>
          <a:ln cap="flat" cmpd="sng" w="2540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6000"/>
              <a:buFont typeface="Times New Roman"/>
              <a:buNone/>
              <a:defRPr b="1" sz="6000">
                <a:solidFill>
                  <a:srgbClr val="05624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g3da362a4128_1_266"/>
          <p:cNvSpPr txBox="1"/>
          <p:nvPr>
            <p:ph idx="1" type="subTitle"/>
          </p:nvPr>
        </p:nvSpPr>
        <p:spPr>
          <a:xfrm>
            <a:off x="3208587" y="964871"/>
            <a:ext cx="58074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6" name="Google Shape;236;g3da362a4128_1_266"/>
          <p:cNvSpPr txBox="1"/>
          <p:nvPr>
            <p:ph idx="10" type="dt"/>
          </p:nvPr>
        </p:nvSpPr>
        <p:spPr>
          <a:xfrm>
            <a:off x="2068594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g3da362a4128_1_266"/>
          <p:cNvSpPr txBox="1"/>
          <p:nvPr>
            <p:ph idx="11" type="ftr"/>
          </p:nvPr>
        </p:nvSpPr>
        <p:spPr>
          <a:xfrm>
            <a:off x="5268994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38" name="Google Shape;238;g3da362a4128_1_266"/>
          <p:cNvGrpSpPr/>
          <p:nvPr/>
        </p:nvGrpSpPr>
        <p:grpSpPr>
          <a:xfrm>
            <a:off x="11508323" y="243071"/>
            <a:ext cx="546160" cy="546160"/>
            <a:chOff x="11082048" y="197383"/>
            <a:chExt cx="486600" cy="486600"/>
          </a:xfrm>
        </p:grpSpPr>
        <p:sp>
          <p:nvSpPr>
            <p:cNvPr id="239" name="Google Shape;239;g3da362a4128_1_266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3da362a4128_1_266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3da362a4128_1_266"/>
          <p:cNvGrpSpPr/>
          <p:nvPr/>
        </p:nvGrpSpPr>
        <p:grpSpPr>
          <a:xfrm>
            <a:off x="4496245" y="113148"/>
            <a:ext cx="3231939" cy="721012"/>
            <a:chOff x="4280055" y="63291"/>
            <a:chExt cx="3631800" cy="810216"/>
          </a:xfrm>
        </p:grpSpPr>
        <p:sp>
          <p:nvSpPr>
            <p:cNvPr id="242" name="Google Shape;242;g3da362a4128_1_266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3da362a4128_1_266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244" name="Google Shape;244;g3da362a4128_1_26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6241" y="63291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" name="Google Shape;245;g3da362a4128_1_266"/>
          <p:cNvSpPr txBox="1"/>
          <p:nvPr>
            <p:ph idx="2" type="body"/>
          </p:nvPr>
        </p:nvSpPr>
        <p:spPr>
          <a:xfrm>
            <a:off x="3208587" y="1399088"/>
            <a:ext cx="58074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6" name="Google Shape;246;g3da362a4128_1_266"/>
          <p:cNvSpPr txBox="1"/>
          <p:nvPr>
            <p:ph idx="3" type="body"/>
          </p:nvPr>
        </p:nvSpPr>
        <p:spPr>
          <a:xfrm>
            <a:off x="2068594" y="5542055"/>
            <a:ext cx="80874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1"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g3da362a4128_1_266"/>
          <p:cNvSpPr/>
          <p:nvPr>
            <p:ph idx="4" type="body"/>
          </p:nvPr>
        </p:nvSpPr>
        <p:spPr>
          <a:xfrm>
            <a:off x="3746557" y="2166938"/>
            <a:ext cx="2365800" cy="3810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6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g3da362a4128_1_266"/>
          <p:cNvSpPr/>
          <p:nvPr>
            <p:ph idx="5" type="body"/>
          </p:nvPr>
        </p:nvSpPr>
        <p:spPr>
          <a:xfrm>
            <a:off x="6112274" y="4926551"/>
            <a:ext cx="3388200" cy="3810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6" scaled="0"/>
          </a:gradFill>
          <a:ln>
            <a:noFill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g3da362a4128_1_266"/>
          <p:cNvSpPr txBox="1"/>
          <p:nvPr>
            <p:ph idx="12" type="sldNum"/>
          </p:nvPr>
        </p:nvSpPr>
        <p:spPr>
          <a:xfrm>
            <a:off x="10409692" y="333573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g3da362a4128_1_266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a362a4128_1_30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g3da362a4128_1_30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g3da362a4128_1_30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a362a4128_1_311"/>
          <p:cNvSpPr txBox="1"/>
          <p:nvPr>
            <p:ph type="title"/>
          </p:nvPr>
        </p:nvSpPr>
        <p:spPr>
          <a:xfrm>
            <a:off x="1926022" y="1049992"/>
            <a:ext cx="8337600" cy="8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>
                <a:solidFill>
                  <a:srgbClr val="05624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g3da362a4128_1_311"/>
          <p:cNvSpPr txBox="1"/>
          <p:nvPr>
            <p:ph idx="1" type="body"/>
          </p:nvPr>
        </p:nvSpPr>
        <p:spPr>
          <a:xfrm>
            <a:off x="1033164" y="2331225"/>
            <a:ext cx="105156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g3da362a4128_1_311"/>
          <p:cNvSpPr txBox="1"/>
          <p:nvPr>
            <p:ph idx="10" type="dt"/>
          </p:nvPr>
        </p:nvSpPr>
        <p:spPr>
          <a:xfrm>
            <a:off x="1033164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g3da362a4128_1_311"/>
          <p:cNvSpPr txBox="1"/>
          <p:nvPr>
            <p:ph idx="11" type="ftr"/>
          </p:nvPr>
        </p:nvSpPr>
        <p:spPr>
          <a:xfrm>
            <a:off x="4233564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g3da362a4128_1_311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da362a4128_1_311"/>
          <p:cNvSpPr/>
          <p:nvPr/>
        </p:nvSpPr>
        <p:spPr>
          <a:xfrm flipH="1" rot="-5400000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6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da362a4128_1_311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3" name="Google Shape;263;g3da362a4128_1_311"/>
          <p:cNvGrpSpPr/>
          <p:nvPr/>
        </p:nvGrpSpPr>
        <p:grpSpPr>
          <a:xfrm>
            <a:off x="4479971" y="254598"/>
            <a:ext cx="3231939" cy="721012"/>
            <a:chOff x="4280055" y="98907"/>
            <a:chExt cx="3631800" cy="810216"/>
          </a:xfrm>
        </p:grpSpPr>
        <p:sp>
          <p:nvSpPr>
            <p:cNvPr id="264" name="Google Shape;264;g3da362a4128_1_311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g3da362a4128_1_311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266" name="Google Shape;266;g3da362a4128_1_3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98907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7" name="Google Shape;267;g3da362a4128_1_311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268" name="Google Shape;268;g3da362a4128_1_311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3da362a4128_1_311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g3da362a4128_1_311"/>
          <p:cNvSpPr txBox="1"/>
          <p:nvPr>
            <p:ph idx="12" type="sldNum"/>
          </p:nvPr>
        </p:nvSpPr>
        <p:spPr>
          <a:xfrm>
            <a:off x="10422944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g3da362a4128_1_311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a362a4128_1_328"/>
          <p:cNvSpPr/>
          <p:nvPr/>
        </p:nvSpPr>
        <p:spPr>
          <a:xfrm>
            <a:off x="1136821" y="1450428"/>
            <a:ext cx="10210500" cy="4289700"/>
          </a:xfrm>
          <a:prstGeom prst="roundRect">
            <a:avLst>
              <a:gd fmla="val 2701" name="adj"/>
            </a:avLst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da362a4128_1_328"/>
          <p:cNvSpPr/>
          <p:nvPr/>
        </p:nvSpPr>
        <p:spPr>
          <a:xfrm>
            <a:off x="1136821" y="1450428"/>
            <a:ext cx="10210500" cy="4289700"/>
          </a:xfrm>
          <a:prstGeom prst="roundRect">
            <a:avLst>
              <a:gd fmla="val 2701" name="adj"/>
            </a:avLst>
          </a:prstGeom>
          <a:gradFill>
            <a:gsLst>
              <a:gs pos="0">
                <a:srgbClr val="38EF7D">
                  <a:alpha val="40000"/>
                </a:srgbClr>
              </a:gs>
              <a:gs pos="100000">
                <a:srgbClr val="11998E">
                  <a:alpha val="40000"/>
                </a:srgbClr>
              </a:gs>
            </a:gsLst>
            <a:lin ang="2700006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da362a4128_1_328"/>
          <p:cNvSpPr txBox="1"/>
          <p:nvPr>
            <p:ph idx="10" type="dt"/>
          </p:nvPr>
        </p:nvSpPr>
        <p:spPr>
          <a:xfrm>
            <a:off x="4236403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g3da362a4128_1_328"/>
          <p:cNvSpPr txBox="1"/>
          <p:nvPr>
            <p:ph idx="11" type="ftr"/>
          </p:nvPr>
        </p:nvSpPr>
        <p:spPr>
          <a:xfrm>
            <a:off x="723265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g3da362a4128_1_328"/>
          <p:cNvSpPr/>
          <p:nvPr/>
        </p:nvSpPr>
        <p:spPr>
          <a:xfrm>
            <a:off x="-24142" y="0"/>
            <a:ext cx="657900" cy="6858000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12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da362a4128_1_328"/>
          <p:cNvSpPr txBox="1"/>
          <p:nvPr/>
        </p:nvSpPr>
        <p:spPr>
          <a:xfrm rot="-5400000">
            <a:off x="-1232958" y="4998555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Google Shape;279;g3da362a4128_1_328"/>
          <p:cNvGrpSpPr/>
          <p:nvPr/>
        </p:nvGrpSpPr>
        <p:grpSpPr>
          <a:xfrm>
            <a:off x="4479971" y="170766"/>
            <a:ext cx="3231939" cy="721012"/>
            <a:chOff x="4280055" y="128038"/>
            <a:chExt cx="3631800" cy="810216"/>
          </a:xfrm>
        </p:grpSpPr>
        <p:sp>
          <p:nvSpPr>
            <p:cNvPr id="280" name="Google Shape;280;g3da362a4128_1_328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g3da362a4128_1_328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282" name="Google Shape;282;g3da362a4128_1_3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6241" y="128038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3" name="Google Shape;283;g3da362a4128_1_328"/>
          <p:cNvGrpSpPr/>
          <p:nvPr/>
        </p:nvGrpSpPr>
        <p:grpSpPr>
          <a:xfrm>
            <a:off x="11508323" y="243071"/>
            <a:ext cx="546160" cy="546160"/>
            <a:chOff x="11082048" y="197383"/>
            <a:chExt cx="486600" cy="486600"/>
          </a:xfrm>
        </p:grpSpPr>
        <p:sp>
          <p:nvSpPr>
            <p:cNvPr id="284" name="Google Shape;284;g3da362a4128_1_328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g3da362a4128_1_328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6" name="Google Shape;286;g3da362a4128_1_328"/>
          <p:cNvSpPr txBox="1"/>
          <p:nvPr>
            <p:ph idx="12" type="sldNum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" name="Google Shape;287;g3da362a4128_1_328"/>
          <p:cNvSpPr txBox="1"/>
          <p:nvPr>
            <p:ph type="title"/>
          </p:nvPr>
        </p:nvSpPr>
        <p:spPr>
          <a:xfrm>
            <a:off x="1653362" y="2425382"/>
            <a:ext cx="91776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imes New Roman"/>
              <a:buNone/>
              <a:defRPr b="1"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g3da362a4128_1_328"/>
          <p:cNvSpPr txBox="1"/>
          <p:nvPr>
            <p:ph idx="1" type="body"/>
          </p:nvPr>
        </p:nvSpPr>
        <p:spPr>
          <a:xfrm>
            <a:off x="1653362" y="4108231"/>
            <a:ext cx="55647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9" name="Google Shape;289;g3da362a4128_1_328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da362a4128_1_328"/>
          <p:cNvSpPr/>
          <p:nvPr/>
        </p:nvSpPr>
        <p:spPr>
          <a:xfrm flipH="1" rot="10800000">
            <a:off x="-2192" y="-2696"/>
            <a:ext cx="633600" cy="6858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a362a4128_1_347"/>
          <p:cNvSpPr txBox="1"/>
          <p:nvPr>
            <p:ph type="title"/>
          </p:nvPr>
        </p:nvSpPr>
        <p:spPr>
          <a:xfrm>
            <a:off x="1834325" y="1077048"/>
            <a:ext cx="83256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g3da362a4128_1_347"/>
          <p:cNvSpPr txBox="1"/>
          <p:nvPr>
            <p:ph idx="1" type="body"/>
          </p:nvPr>
        </p:nvSpPr>
        <p:spPr>
          <a:xfrm>
            <a:off x="643622" y="2324773"/>
            <a:ext cx="5181600" cy="3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g3da362a4128_1_347"/>
          <p:cNvSpPr txBox="1"/>
          <p:nvPr>
            <p:ph idx="2" type="body"/>
          </p:nvPr>
        </p:nvSpPr>
        <p:spPr>
          <a:xfrm>
            <a:off x="6172200" y="2324773"/>
            <a:ext cx="5181600" cy="3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5" name="Google Shape;295;g3da362a4128_1_34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g3da362a4128_1_34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g3da362a4128_1_347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da362a4128_1_347"/>
          <p:cNvSpPr/>
          <p:nvPr/>
        </p:nvSpPr>
        <p:spPr>
          <a:xfrm flipH="1" rot="-5400000">
            <a:off x="5778970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6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da362a4128_1_347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" name="Google Shape;300;g3da362a4128_1_347"/>
          <p:cNvGrpSpPr/>
          <p:nvPr/>
        </p:nvGrpSpPr>
        <p:grpSpPr>
          <a:xfrm>
            <a:off x="4479971" y="305287"/>
            <a:ext cx="3231939" cy="721012"/>
            <a:chOff x="4280055" y="155868"/>
            <a:chExt cx="3631800" cy="810216"/>
          </a:xfrm>
        </p:grpSpPr>
        <p:sp>
          <p:nvSpPr>
            <p:cNvPr id="301" name="Google Shape;301;g3da362a4128_1_347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g3da362a4128_1_347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303" name="Google Shape;303;g3da362a4128_1_3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6" y="155868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4" name="Google Shape;304;g3da362a4128_1_347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05" name="Google Shape;305;g3da362a4128_1_347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3da362a4128_1_347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7" name="Google Shape;307;g3da362a4128_1_347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da362a4128_1_347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a362a4128_1_365"/>
          <p:cNvSpPr txBox="1"/>
          <p:nvPr>
            <p:ph type="title"/>
          </p:nvPr>
        </p:nvSpPr>
        <p:spPr>
          <a:xfrm>
            <a:off x="1915219" y="1180710"/>
            <a:ext cx="8354100" cy="10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g3da362a4128_1_36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g3da362a4128_1_36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g3da362a4128_1_365"/>
          <p:cNvSpPr/>
          <p:nvPr/>
        </p:nvSpPr>
        <p:spPr>
          <a:xfrm rot="5400000">
            <a:off x="5776570" y="-5767730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da362a4128_1_365"/>
          <p:cNvSpPr/>
          <p:nvPr/>
        </p:nvSpPr>
        <p:spPr>
          <a:xfrm flipH="1" rot="-5400000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6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da362a4128_1_365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6" name="Google Shape;316;g3da362a4128_1_365"/>
          <p:cNvGrpSpPr/>
          <p:nvPr/>
        </p:nvGrpSpPr>
        <p:grpSpPr>
          <a:xfrm>
            <a:off x="4479971" y="271046"/>
            <a:ext cx="3231939" cy="721012"/>
            <a:chOff x="4280055" y="117389"/>
            <a:chExt cx="3631800" cy="810216"/>
          </a:xfrm>
        </p:grpSpPr>
        <p:sp>
          <p:nvSpPr>
            <p:cNvPr id="317" name="Google Shape;317;g3da362a4128_1_365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3da362a4128_1_365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319" name="Google Shape;319;g3da362a4128_1_36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2060" y="117389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0" name="Google Shape;320;g3da362a4128_1_365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21" name="Google Shape;321;g3da362a4128_1_365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g3da362a4128_1_365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3" name="Google Shape;323;g3da362a4128_1_365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da362a4128_1_365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a362a4128_1_381"/>
          <p:cNvSpPr txBox="1"/>
          <p:nvPr>
            <p:ph type="title"/>
          </p:nvPr>
        </p:nvSpPr>
        <p:spPr>
          <a:xfrm>
            <a:off x="643622" y="2219488"/>
            <a:ext cx="41283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  <a:defRPr b="1" sz="3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g3da362a4128_1_381"/>
          <p:cNvSpPr txBox="1"/>
          <p:nvPr>
            <p:ph idx="1" type="body"/>
          </p:nvPr>
        </p:nvSpPr>
        <p:spPr>
          <a:xfrm>
            <a:off x="5183188" y="1072493"/>
            <a:ext cx="6172200" cy="47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28" name="Google Shape;328;g3da362a4128_1_381"/>
          <p:cNvSpPr txBox="1"/>
          <p:nvPr>
            <p:ph idx="2" type="body"/>
          </p:nvPr>
        </p:nvSpPr>
        <p:spPr>
          <a:xfrm>
            <a:off x="643622" y="3724507"/>
            <a:ext cx="4128300" cy="21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29" name="Google Shape;329;g3da362a4128_1_38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g3da362a4128_1_38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g3da362a4128_1_381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3da362a4128_1_381"/>
          <p:cNvSpPr/>
          <p:nvPr/>
        </p:nvSpPr>
        <p:spPr>
          <a:xfrm flipH="1" rot="-5400000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6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da362a4128_1_381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4" name="Google Shape;334;g3da362a4128_1_381"/>
          <p:cNvGrpSpPr/>
          <p:nvPr/>
        </p:nvGrpSpPr>
        <p:grpSpPr>
          <a:xfrm>
            <a:off x="4479971" y="264096"/>
            <a:ext cx="3231939" cy="721012"/>
            <a:chOff x="4280055" y="109580"/>
            <a:chExt cx="3631800" cy="810216"/>
          </a:xfrm>
        </p:grpSpPr>
        <p:sp>
          <p:nvSpPr>
            <p:cNvPr id="335" name="Google Shape;335;g3da362a4128_1_381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g3da362a4128_1_381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337" name="Google Shape;337;g3da362a4128_1_3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109580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38" name="Google Shape;338;g3da362a4128_1_381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39" name="Google Shape;339;g3da362a4128_1_381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g3da362a4128_1_381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" name="Google Shape;341;g3da362a4128_1_381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da362a4128_1_381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a362a4128_1_399"/>
          <p:cNvSpPr/>
          <p:nvPr>
            <p:ph idx="2" type="pic"/>
          </p:nvPr>
        </p:nvSpPr>
        <p:spPr>
          <a:xfrm>
            <a:off x="5183188" y="1072493"/>
            <a:ext cx="6172200" cy="47964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g3da362a4128_1_39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g3da362a4128_1_39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g3da362a4128_1_399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da362a4128_1_399"/>
          <p:cNvSpPr/>
          <p:nvPr/>
        </p:nvSpPr>
        <p:spPr>
          <a:xfrm flipH="1" rot="-5400000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6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da362a4128_1_399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0" name="Google Shape;350;g3da362a4128_1_399"/>
          <p:cNvGrpSpPr/>
          <p:nvPr/>
        </p:nvGrpSpPr>
        <p:grpSpPr>
          <a:xfrm>
            <a:off x="4479971" y="233020"/>
            <a:ext cx="3231939" cy="721012"/>
            <a:chOff x="4280055" y="74659"/>
            <a:chExt cx="3631800" cy="810216"/>
          </a:xfrm>
        </p:grpSpPr>
        <p:sp>
          <p:nvSpPr>
            <p:cNvPr id="351" name="Google Shape;351;g3da362a4128_1_399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3da362a4128_1_399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353" name="Google Shape;353;g3da362a4128_1_3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74659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4" name="Google Shape;354;g3da362a4128_1_399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55" name="Google Shape;355;g3da362a4128_1_399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3da362a4128_1_399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" name="Google Shape;357;g3da362a4128_1_399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da362a4128_1_399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g3da362a4128_1_399"/>
          <p:cNvSpPr txBox="1"/>
          <p:nvPr>
            <p:ph type="title"/>
          </p:nvPr>
        </p:nvSpPr>
        <p:spPr>
          <a:xfrm>
            <a:off x="643622" y="2219488"/>
            <a:ext cx="41283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  <a:defRPr b="1" sz="3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g3da362a4128_1_399"/>
          <p:cNvSpPr txBox="1"/>
          <p:nvPr>
            <p:ph idx="1" type="body"/>
          </p:nvPr>
        </p:nvSpPr>
        <p:spPr>
          <a:xfrm>
            <a:off x="643622" y="3724507"/>
            <a:ext cx="4128300" cy="21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a362a4128_1_417"/>
          <p:cNvSpPr txBox="1"/>
          <p:nvPr>
            <p:ph type="title"/>
          </p:nvPr>
        </p:nvSpPr>
        <p:spPr>
          <a:xfrm>
            <a:off x="3028100" y="1097482"/>
            <a:ext cx="83256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3" name="Google Shape;363;g3da362a4128_1_417"/>
          <p:cNvSpPr txBox="1"/>
          <p:nvPr>
            <p:ph idx="1" type="body"/>
          </p:nvPr>
        </p:nvSpPr>
        <p:spPr>
          <a:xfrm rot="5400000">
            <a:off x="4072501" y="-1104226"/>
            <a:ext cx="3852300" cy="107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4" name="Google Shape;364;g3da362a4128_1_4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g3da362a4128_1_4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g3da362a4128_1_417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3da362a4128_1_417"/>
          <p:cNvSpPr/>
          <p:nvPr/>
        </p:nvSpPr>
        <p:spPr>
          <a:xfrm flipH="1" rot="-5400000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6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3da362a4128_1_417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9" name="Google Shape;369;g3da362a4128_1_417"/>
          <p:cNvGrpSpPr/>
          <p:nvPr/>
        </p:nvGrpSpPr>
        <p:grpSpPr>
          <a:xfrm>
            <a:off x="4479971" y="286231"/>
            <a:ext cx="3231939" cy="721012"/>
            <a:chOff x="4280055" y="134453"/>
            <a:chExt cx="3631800" cy="810216"/>
          </a:xfrm>
        </p:grpSpPr>
        <p:sp>
          <p:nvSpPr>
            <p:cNvPr id="370" name="Google Shape;370;g3da362a4128_1_417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g3da362a4128_1_417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372" name="Google Shape;372;g3da362a4128_1_4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134453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73" name="Google Shape;373;g3da362a4128_1_417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74" name="Google Shape;374;g3da362a4128_1_417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g3da362a4128_1_417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6" name="Google Shape;376;g3da362a4128_1_417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da362a4128_1_417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a362a4128_1_434"/>
          <p:cNvSpPr txBox="1"/>
          <p:nvPr>
            <p:ph type="title"/>
          </p:nvPr>
        </p:nvSpPr>
        <p:spPr>
          <a:xfrm rot="5400000">
            <a:off x="7396800" y="2219995"/>
            <a:ext cx="52851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400"/>
              <a:buFont typeface="Times New Roman"/>
              <a:buNone/>
              <a:defRPr b="1" sz="4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g3da362a4128_1_434"/>
          <p:cNvSpPr txBox="1"/>
          <p:nvPr>
            <p:ph idx="1" type="body"/>
          </p:nvPr>
        </p:nvSpPr>
        <p:spPr>
          <a:xfrm rot="5400000">
            <a:off x="2634601" y="239143"/>
            <a:ext cx="3946800" cy="79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1" name="Google Shape;381;g3da362a4128_1_43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g3da362a4128_1_43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g3da362a4128_1_434"/>
          <p:cNvSpPr/>
          <p:nvPr/>
        </p:nvSpPr>
        <p:spPr>
          <a:xfrm rot="5400000">
            <a:off x="5779051" y="-5780031"/>
            <a:ext cx="631500" cy="12194400"/>
          </a:xfrm>
          <a:prstGeom prst="rect">
            <a:avLst/>
          </a:prstGeom>
          <a:gradFill>
            <a:gsLst>
              <a:gs pos="0">
                <a:srgbClr val="43B692"/>
              </a:gs>
              <a:gs pos="100000">
                <a:srgbClr val="05624A"/>
              </a:gs>
            </a:gsLst>
            <a:lin ang="5400012" scaled="0"/>
          </a:gra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da362a4128_1_434"/>
          <p:cNvSpPr/>
          <p:nvPr/>
        </p:nvSpPr>
        <p:spPr>
          <a:xfrm flipH="1" rot="-5400000">
            <a:off x="5780211" y="-5781449"/>
            <a:ext cx="631500" cy="12194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2756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3da362a4128_1_434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6" name="Google Shape;386;g3da362a4128_1_434"/>
          <p:cNvGrpSpPr/>
          <p:nvPr/>
        </p:nvGrpSpPr>
        <p:grpSpPr>
          <a:xfrm>
            <a:off x="4479971" y="254598"/>
            <a:ext cx="3231939" cy="721012"/>
            <a:chOff x="4280055" y="98907"/>
            <a:chExt cx="3631800" cy="810216"/>
          </a:xfrm>
        </p:grpSpPr>
        <p:sp>
          <p:nvSpPr>
            <p:cNvPr id="387" name="Google Shape;387;g3da362a4128_1_434"/>
            <p:cNvSpPr/>
            <p:nvPr/>
          </p:nvSpPr>
          <p:spPr>
            <a:xfrm>
              <a:off x="4280055" y="155868"/>
              <a:ext cx="3631800" cy="7176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da362a4128_1_434"/>
            <p:cNvSpPr/>
            <p:nvPr/>
          </p:nvSpPr>
          <p:spPr>
            <a:xfrm>
              <a:off x="4345594" y="214327"/>
              <a:ext cx="3500700" cy="6006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A picture containing clipart, vector graphics&#10;&#10;Description automatically generated" id="389" name="Google Shape;389;g3da362a4128_1_4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04848" y="98907"/>
              <a:ext cx="979517" cy="8102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90" name="Google Shape;390;g3da362a4128_1_434"/>
          <p:cNvGrpSpPr/>
          <p:nvPr/>
        </p:nvGrpSpPr>
        <p:grpSpPr>
          <a:xfrm>
            <a:off x="11508323" y="6270257"/>
            <a:ext cx="546160" cy="546160"/>
            <a:chOff x="11082048" y="197383"/>
            <a:chExt cx="486600" cy="486600"/>
          </a:xfrm>
        </p:grpSpPr>
        <p:sp>
          <p:nvSpPr>
            <p:cNvPr id="391" name="Google Shape;391;g3da362a4128_1_434"/>
            <p:cNvSpPr/>
            <p:nvPr/>
          </p:nvSpPr>
          <p:spPr>
            <a:xfrm>
              <a:off x="11082048" y="197383"/>
              <a:ext cx="486600" cy="4866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3da362a4128_1_434"/>
            <p:cNvSpPr/>
            <p:nvPr/>
          </p:nvSpPr>
          <p:spPr>
            <a:xfrm>
              <a:off x="11215170" y="330505"/>
              <a:ext cx="220200" cy="220200"/>
            </a:xfrm>
            <a:prstGeom prst="ellipse">
              <a:avLst/>
            </a:prstGeom>
            <a:gradFill>
              <a:gsLst>
                <a:gs pos="0">
                  <a:srgbClr val="38EF7D">
                    <a:alpha val="64313"/>
                  </a:srgbClr>
                </a:gs>
                <a:gs pos="100000">
                  <a:srgbClr val="11998E">
                    <a:alpha val="6392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3" name="Google Shape;393;g3da362a4128_1_434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g3da362a4128_1_434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/>
        </p:nvSpPr>
        <p:spPr>
          <a:xfrm>
            <a:off x="0" y="-1543110"/>
            <a:ext cx="1219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  <a:endParaRPr b="0" i="0" sz="2000" u="none" cap="none" strike="noStrike">
              <a:solidFill>
                <a:srgbClr val="C3C3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5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a362a4128_1_258"/>
          <p:cNvSpPr txBox="1"/>
          <p:nvPr/>
        </p:nvSpPr>
        <p:spPr>
          <a:xfrm>
            <a:off x="0" y="-1543110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3C3C3"/>
                </a:solidFill>
                <a:latin typeface="Arial"/>
                <a:ea typeface="Arial"/>
                <a:cs typeface="Arial"/>
                <a:sym typeface="Arial"/>
              </a:rPr>
              <a:t>www.9slide.vn</a:t>
            </a:r>
            <a:endParaRPr b="0" i="0" sz="2000" u="none" cap="none" strike="noStrike">
              <a:solidFill>
                <a:srgbClr val="C3C3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da362a4128_1_25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0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g3da362a4128_1_25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6" name="Google Shape;206;g3da362a4128_1_25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7" name="Google Shape;207;g3da362a4128_1_25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8" name="Google Shape;208;g3da362a4128_1_2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g3da362a4128_1_258"/>
          <p:cNvSpPr/>
          <p:nvPr/>
        </p:nvSpPr>
        <p:spPr>
          <a:xfrm>
            <a:off x="0" y="1418"/>
            <a:ext cx="12194479" cy="6863661"/>
          </a:xfrm>
          <a:custGeom>
            <a:rect b="b" l="l" r="r" t="t"/>
            <a:pathLst>
              <a:path extrusionOk="0" h="6863661" w="12194479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"/>
          <p:cNvSpPr/>
          <p:nvPr>
            <p:ph type="ctrTitle"/>
          </p:nvPr>
        </p:nvSpPr>
        <p:spPr>
          <a:xfrm>
            <a:off x="1544725" y="2348526"/>
            <a:ext cx="9481500" cy="2910000"/>
          </a:xfrm>
          <a:prstGeom prst="roundRect">
            <a:avLst>
              <a:gd fmla="val 3901" name="adj"/>
            </a:avLst>
          </a:prstGeom>
          <a:noFill/>
          <a:ln cap="flat" cmpd="sng" w="2540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4860"/>
              <a:buFont typeface="Times New Roman"/>
              <a:buNone/>
            </a:pPr>
            <a:r>
              <a:rPr lang="en-US" sz="4960"/>
              <a:t>TÌM HIỂU THIẾT KẾ HỆ THỐNG XỬ LÝ ĐA LÕI RISC-V</a:t>
            </a:r>
            <a:endParaRPr sz="4960"/>
          </a:p>
        </p:txBody>
      </p:sp>
      <p:sp>
        <p:nvSpPr>
          <p:cNvPr id="400" name="Google Shape;400;p1"/>
          <p:cNvSpPr txBox="1"/>
          <p:nvPr>
            <p:ph idx="1" type="subTitle"/>
          </p:nvPr>
        </p:nvSpPr>
        <p:spPr>
          <a:xfrm>
            <a:off x="3208587" y="964871"/>
            <a:ext cx="5807374" cy="434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KHOA KĨ THUẬT MÁY TÍNH</a:t>
            </a:r>
            <a:endParaRPr b="1"/>
          </a:p>
        </p:txBody>
      </p:sp>
      <p:sp>
        <p:nvSpPr>
          <p:cNvPr id="401" name="Google Shape;401;p1"/>
          <p:cNvSpPr txBox="1"/>
          <p:nvPr>
            <p:ph idx="3" type="body"/>
          </p:nvPr>
        </p:nvSpPr>
        <p:spPr>
          <a:xfrm>
            <a:off x="2068604" y="5901884"/>
            <a:ext cx="80874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Trường đại học Công Nghệ Thông Tin – ĐHQG Thành phố Hồ Chí Minh</a:t>
            </a:r>
            <a:endParaRPr/>
          </a:p>
        </p:txBody>
      </p:sp>
      <p:sp>
        <p:nvSpPr>
          <p:cNvPr id="402" name="Google Shape;402;p1"/>
          <p:cNvSpPr/>
          <p:nvPr>
            <p:ph idx="4" type="body"/>
          </p:nvPr>
        </p:nvSpPr>
        <p:spPr>
          <a:xfrm>
            <a:off x="2068600" y="1834275"/>
            <a:ext cx="2979000" cy="5142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0" scaled="0"/>
          </a:gradFill>
          <a:ln>
            <a:noFill/>
          </a:ln>
          <a:effectLst>
            <a:outerShdw blurRad="50800" rotWithShape="0" algn="l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/>
              <a:t>Báo cáo tiến độ Đợt 2</a:t>
            </a:r>
            <a:endParaRPr/>
          </a:p>
        </p:txBody>
      </p:sp>
      <p:sp>
        <p:nvSpPr>
          <p:cNvPr id="403" name="Google Shape;403;p1"/>
          <p:cNvSpPr/>
          <p:nvPr>
            <p:ph idx="5" type="body"/>
          </p:nvPr>
        </p:nvSpPr>
        <p:spPr>
          <a:xfrm>
            <a:off x="7738249" y="5175000"/>
            <a:ext cx="2653500" cy="5142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0" scaled="0"/>
          </a:gradFill>
          <a:ln>
            <a:noFill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      Nhóm Nguyên Phát</a:t>
            </a:r>
            <a:endParaRPr/>
          </a:p>
        </p:txBody>
      </p:sp>
      <p:sp>
        <p:nvSpPr>
          <p:cNvPr id="404" name="Google Shape;404;p1"/>
          <p:cNvSpPr/>
          <p:nvPr/>
        </p:nvSpPr>
        <p:spPr>
          <a:xfrm rot="-5400000">
            <a:off x="-124471" y="5219933"/>
            <a:ext cx="843316" cy="320039"/>
          </a:xfrm>
          <a:prstGeom prst="rect">
            <a:avLst/>
          </a:prstGeom>
          <a:gradFill>
            <a:gsLst>
              <a:gs pos="0">
                <a:srgbClr val="21866A"/>
              </a:gs>
              <a:gs pos="100000">
                <a:srgbClr val="14755B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"/>
          <p:cNvSpPr txBox="1"/>
          <p:nvPr/>
        </p:nvSpPr>
        <p:spPr>
          <a:xfrm>
            <a:off x="11551900" y="321775"/>
            <a:ext cx="44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"/>
          <p:cNvSpPr/>
          <p:nvPr>
            <p:ph idx="5" type="body"/>
          </p:nvPr>
        </p:nvSpPr>
        <p:spPr>
          <a:xfrm>
            <a:off x="1960075" y="5175025"/>
            <a:ext cx="3836700" cy="437100"/>
          </a:xfrm>
          <a:prstGeom prst="roundRect">
            <a:avLst>
              <a:gd fmla="val 8146" name="adj"/>
            </a:avLst>
          </a:prstGeom>
          <a:gradFill>
            <a:gsLst>
              <a:gs pos="0">
                <a:srgbClr val="05624A"/>
              </a:gs>
              <a:gs pos="100000">
                <a:srgbClr val="43B692"/>
              </a:gs>
            </a:gsLst>
            <a:lin ang="2700006" scaled="0"/>
          </a:gradFill>
          <a:ln>
            <a:noFill/>
          </a:ln>
          <a:effectLst>
            <a:outerShdw blurRad="50800" rotWithShape="0" algn="r" dir="108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80"/>
              <a:buNone/>
            </a:pPr>
            <a:r>
              <a:rPr lang="en-US" sz="1480"/>
              <a:t>Giảng viên Hướng dẫn: ThS. Tạ Trí Đức</a:t>
            </a:r>
            <a:endParaRPr sz="1480"/>
          </a:p>
        </p:txBody>
      </p:sp>
      <p:sp>
        <p:nvSpPr>
          <p:cNvPr id="407" name="Google Shape;407;p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408" name="Google Shape;408;p1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a6e57a8e1e_6_0"/>
          <p:cNvSpPr txBox="1"/>
          <p:nvPr>
            <p:ph type="title"/>
          </p:nvPr>
        </p:nvSpPr>
        <p:spPr>
          <a:xfrm>
            <a:off x="911555" y="1081153"/>
            <a:ext cx="4466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</a:pPr>
            <a:r>
              <a:rPr lang="en-US" sz="3600"/>
              <a:t>Nội dung trình bày:</a:t>
            </a:r>
            <a:endParaRPr b="0" i="1" sz="3600">
              <a:solidFill>
                <a:schemeClr val="dk1"/>
              </a:solidFill>
            </a:endParaRPr>
          </a:p>
        </p:txBody>
      </p:sp>
      <p:sp>
        <p:nvSpPr>
          <p:cNvPr id="414" name="Google Shape;414;g3a6e57a8e1e_6_0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  <p:sp>
        <p:nvSpPr>
          <p:cNvPr id="415" name="Google Shape;415;g3a6e57a8e1e_6_0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6" name="Google Shape;416;g3a6e57a8e1e_6_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417" name="Google Shape;417;g3a6e57a8e1e_6_0"/>
          <p:cNvSpPr txBox="1"/>
          <p:nvPr/>
        </p:nvSpPr>
        <p:spPr>
          <a:xfrm>
            <a:off x="1098075" y="1756475"/>
            <a:ext cx="7908300" cy="46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-374396" lvl="0" marL="45720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rgbClr val="000000"/>
              </a:buClr>
              <a:buSzPts val="2296"/>
              <a:buFont typeface="Times New Roman"/>
              <a:buAutoNum type="arabicPeriod"/>
            </a:pPr>
            <a:r>
              <a:rPr b="1" i="0" lang="en-US" sz="2296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Danh sách thành vi</a:t>
            </a:r>
            <a:r>
              <a:rPr b="1" lang="en-US" sz="2296">
                <a:latin typeface="Times New Roman"/>
                <a:ea typeface="Times New Roman"/>
                <a:cs typeface="Times New Roman"/>
                <a:sym typeface="Times New Roman"/>
              </a:rPr>
              <a:t>ên</a:t>
            </a:r>
            <a:endParaRPr b="1" sz="22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39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6"/>
              <a:buFont typeface="Times New Roman"/>
              <a:buAutoNum type="arabicPeriod"/>
            </a:pPr>
            <a:r>
              <a:rPr b="1" lang="en-US" sz="2296">
                <a:latin typeface="Times New Roman"/>
                <a:ea typeface="Times New Roman"/>
                <a:cs typeface="Times New Roman"/>
                <a:sym typeface="Times New Roman"/>
              </a:rPr>
              <a:t>Recap Đợt 1</a:t>
            </a:r>
            <a:endParaRPr b="1" sz="22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396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96"/>
              <a:buFont typeface="Times New Roman"/>
              <a:buChar char="○"/>
            </a:pPr>
            <a:r>
              <a:rPr b="1" lang="en-US" sz="2296">
                <a:latin typeface="Times New Roman"/>
                <a:ea typeface="Times New Roman"/>
                <a:cs typeface="Times New Roman"/>
                <a:sym typeface="Times New Roman"/>
              </a:rPr>
              <a:t>Mô hình SMP &amp; Shared-Memory</a:t>
            </a:r>
            <a:endParaRPr b="1" sz="22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396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96"/>
              <a:buFont typeface="Times New Roman"/>
              <a:buChar char="○"/>
            </a:pPr>
            <a:r>
              <a:rPr b="1" lang="en-US" sz="2296">
                <a:latin typeface="Times New Roman"/>
                <a:ea typeface="Times New Roman"/>
                <a:cs typeface="Times New Roman"/>
                <a:sym typeface="Times New Roman"/>
              </a:rPr>
              <a:t>Cơ chế Stall (PC &amp; Control_Unit)</a:t>
            </a:r>
            <a:endParaRPr b="1" sz="22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396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96"/>
              <a:buFont typeface="Times New Roman"/>
              <a:buChar char="○"/>
            </a:pPr>
            <a:r>
              <a:rPr b="1" lang="en-US" sz="2296">
                <a:latin typeface="Times New Roman"/>
                <a:ea typeface="Times New Roman"/>
                <a:cs typeface="Times New Roman"/>
                <a:sym typeface="Times New Roman"/>
              </a:rPr>
              <a:t>Bộ phân xử Arbiter</a:t>
            </a:r>
            <a:endParaRPr b="1" sz="22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39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6"/>
              <a:buFont typeface="Times New Roman"/>
              <a:buAutoNum type="arabicPeriod"/>
            </a:pPr>
            <a:r>
              <a:rPr b="1" lang="en-US" sz="2296">
                <a:latin typeface="Times New Roman"/>
                <a:ea typeface="Times New Roman"/>
                <a:cs typeface="Times New Roman"/>
                <a:sym typeface="Times New Roman"/>
              </a:rPr>
              <a:t>Hardware cơ bản: </a:t>
            </a:r>
            <a:endParaRPr b="1" sz="22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396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6"/>
              <a:buFont typeface="Times New Roman"/>
              <a:buChar char="○"/>
            </a:pPr>
            <a:r>
              <a:rPr b="1" lang="en-US" sz="2296">
                <a:latin typeface="Times New Roman"/>
                <a:ea typeface="Times New Roman"/>
                <a:cs typeface="Times New Roman"/>
                <a:sym typeface="Times New Roman"/>
              </a:rPr>
              <a:t>Phát triển Arbiter lên Crossbar 2x2 và Crossbar 2x3</a:t>
            </a:r>
            <a:endParaRPr b="1" sz="22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396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6"/>
              <a:buFont typeface="Times New Roman"/>
              <a:buChar char="○"/>
            </a:pPr>
            <a:r>
              <a:rPr b="1" lang="en-US" sz="2296">
                <a:latin typeface="Times New Roman"/>
                <a:ea typeface="Times New Roman"/>
                <a:cs typeface="Times New Roman"/>
                <a:sym typeface="Times New Roman"/>
              </a:rPr>
              <a:t>Tích hợp Ngắt (PLIC).</a:t>
            </a:r>
            <a:endParaRPr b="1" sz="22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39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6"/>
              <a:buFont typeface="Times New Roman"/>
              <a:buAutoNum type="arabicPeriod"/>
            </a:pPr>
            <a:r>
              <a:rPr b="1" lang="en-US" sz="2296">
                <a:latin typeface="Times New Roman"/>
                <a:ea typeface="Times New Roman"/>
                <a:cs typeface="Times New Roman"/>
                <a:sym typeface="Times New Roman"/>
              </a:rPr>
              <a:t>Software: </a:t>
            </a:r>
            <a:endParaRPr b="1" sz="22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396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96"/>
              <a:buFont typeface="Times New Roman"/>
              <a:buChar char="○"/>
            </a:pPr>
            <a:r>
              <a:rPr b="1" lang="en-US" sz="229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Toolchain C++</a:t>
            </a:r>
            <a:endParaRPr b="1" sz="229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396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96"/>
              <a:buFont typeface="Times New Roman"/>
              <a:buChar char="○"/>
            </a:pPr>
            <a:r>
              <a:rPr b="1" lang="en-US" sz="229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Firmware </a:t>
            </a:r>
            <a:endParaRPr b="1" sz="229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396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96"/>
              <a:buFont typeface="Times New Roman"/>
              <a:buChar char="○"/>
            </a:pPr>
            <a:r>
              <a:rPr b="1" lang="en-US" sz="2296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 phỏng trên ModelSim.</a:t>
            </a:r>
            <a:endParaRPr b="1" sz="22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396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96"/>
              <a:buFont typeface="Times New Roman"/>
              <a:buAutoNum type="arabicPeriod"/>
            </a:pPr>
            <a:r>
              <a:rPr b="1" lang="en-US" sz="2296">
                <a:latin typeface="Times New Roman"/>
                <a:ea typeface="Times New Roman"/>
                <a:cs typeface="Times New Roman"/>
                <a:sym typeface="Times New Roman"/>
              </a:rPr>
              <a:t>Kế hoạch hoàn thiện đồ án</a:t>
            </a:r>
            <a:endParaRPr b="1" sz="2296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g3a6e57a8e1e_6_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419" name="Google Shape;419;g3a6e57a8e1e_6_0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dcd6775a01_0_8"/>
          <p:cNvSpPr txBox="1"/>
          <p:nvPr>
            <p:ph type="title"/>
          </p:nvPr>
        </p:nvSpPr>
        <p:spPr>
          <a:xfrm>
            <a:off x="1653362" y="2676007"/>
            <a:ext cx="91776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1. Danh sách thành viên</a:t>
            </a:r>
            <a:endParaRPr/>
          </a:p>
        </p:txBody>
      </p:sp>
      <p:sp>
        <p:nvSpPr>
          <p:cNvPr id="426" name="Google Shape;426;g3dcd6775a01_0_8"/>
          <p:cNvSpPr txBox="1"/>
          <p:nvPr>
            <p:ph idx="12" type="sldNum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27" name="Google Shape;427;g3dcd6775a01_0_8"/>
          <p:cNvSpPr txBox="1"/>
          <p:nvPr>
            <p:ph idx="1" type="body"/>
          </p:nvPr>
        </p:nvSpPr>
        <p:spPr>
          <a:xfrm>
            <a:off x="1653362" y="4108231"/>
            <a:ext cx="55647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28" name="Google Shape;428;g3dcd6775a01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429" name="Google Shape;429;g3dcd6775a01_0_8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a362a4128_1_232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5" name="Google Shape;435;g3da362a4128_1_23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 March 2026</a:t>
            </a:r>
            <a:endParaRPr/>
          </a:p>
        </p:txBody>
      </p:sp>
      <p:sp>
        <p:nvSpPr>
          <p:cNvPr id="436" name="Google Shape;436;g3da362a4128_1_232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  <p:sp>
        <p:nvSpPr>
          <p:cNvPr id="437" name="Google Shape;437;g3da362a4128_1_232"/>
          <p:cNvSpPr txBox="1"/>
          <p:nvPr/>
        </p:nvSpPr>
        <p:spPr>
          <a:xfrm>
            <a:off x="1106310" y="1489150"/>
            <a:ext cx="50043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650" lIns="119350" spcFirstLastPara="1" rIns="119350" wrap="square" tIns="5965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1"/>
              <a:buFont typeface="Arial"/>
              <a:buNone/>
            </a:pPr>
            <a:r>
              <a:rPr b="0" i="0" lang="en-US" sz="326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Đình Nhật Nguyên</a:t>
            </a:r>
            <a:endParaRPr b="0" i="0" sz="3263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1"/>
              <a:buFont typeface="Arial"/>
              <a:buNone/>
            </a:pPr>
            <a:r>
              <a:rPr b="0" i="1" lang="en-US" sz="2741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23521043</a:t>
            </a:r>
            <a:endParaRPr b="0" i="1" sz="2741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8" name="Google Shape;438;g3da362a4128_1_232" title="Nguyên.png"/>
          <p:cNvPicPr preferRelativeResize="0"/>
          <p:nvPr/>
        </p:nvPicPr>
        <p:blipFill rotWithShape="1">
          <a:blip r:embed="rId3">
            <a:alphaModFix/>
          </a:blip>
          <a:srcRect b="0" l="-4954" r="0" t="0"/>
          <a:stretch/>
        </p:blipFill>
        <p:spPr>
          <a:xfrm>
            <a:off x="2194475" y="3296425"/>
            <a:ext cx="2827975" cy="26945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g3da362a4128_1_232"/>
          <p:cNvSpPr txBox="1"/>
          <p:nvPr/>
        </p:nvSpPr>
        <p:spPr>
          <a:xfrm>
            <a:off x="7450229" y="1429179"/>
            <a:ext cx="3169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650" lIns="119350" spcFirstLastPara="1" rIns="119350" wrap="square" tIns="5965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1"/>
              <a:buFont typeface="Arial"/>
              <a:buNone/>
            </a:pPr>
            <a:r>
              <a:rPr b="0" i="0" lang="en-US" sz="3263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Lê Hưng Phát</a:t>
            </a:r>
            <a:endParaRPr b="0" i="0" sz="3263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1"/>
              <a:buFont typeface="Arial"/>
              <a:buNone/>
            </a:pPr>
            <a:r>
              <a:rPr b="0" i="1" lang="en-US" sz="2741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23521</a:t>
            </a:r>
            <a:r>
              <a:rPr i="1" lang="en-US" sz="2741">
                <a:latin typeface="Times New Roman"/>
                <a:ea typeface="Times New Roman"/>
                <a:cs typeface="Times New Roman"/>
                <a:sym typeface="Times New Roman"/>
              </a:rPr>
              <a:t>139</a:t>
            </a:r>
            <a:endParaRPr b="0" i="1" sz="2741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0" name="Google Shape;440;g3da362a4128_1_232" title="Nháp (2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1700" y="3240563"/>
            <a:ext cx="2806262" cy="2806262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3da362a4128_1_23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442" name="Google Shape;442;g3da362a4128_1_232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dcd6775a01_0_15"/>
          <p:cNvSpPr txBox="1"/>
          <p:nvPr>
            <p:ph type="title"/>
          </p:nvPr>
        </p:nvSpPr>
        <p:spPr>
          <a:xfrm>
            <a:off x="1808325" y="2676000"/>
            <a:ext cx="46083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2. Recap Đợt 1</a:t>
            </a:r>
            <a:endParaRPr/>
          </a:p>
        </p:txBody>
      </p:sp>
      <p:sp>
        <p:nvSpPr>
          <p:cNvPr id="449" name="Google Shape;449;g3dcd6775a01_0_15"/>
          <p:cNvSpPr txBox="1"/>
          <p:nvPr>
            <p:ph idx="12" type="sldNum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50" name="Google Shape;450;g3dcd6775a01_0_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451" name="Google Shape;451;g3dcd6775a01_0_15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a362a4128_0_0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8" name="Google Shape;458;g3da362a412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0675" y="2960088"/>
            <a:ext cx="3362325" cy="124777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g3da362a4128_0_0"/>
          <p:cNvSpPr/>
          <p:nvPr/>
        </p:nvSpPr>
        <p:spPr>
          <a:xfrm>
            <a:off x="508000" y="992325"/>
            <a:ext cx="109800" cy="445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da362a4128_0_0"/>
          <p:cNvSpPr txBox="1"/>
          <p:nvPr/>
        </p:nvSpPr>
        <p:spPr>
          <a:xfrm>
            <a:off x="423375" y="1785850"/>
            <a:ext cx="6290400" cy="41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Trong đợt 1, nhóm đã chốt phương án thiết kế đa lõi dựa trên kiến trúc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SMP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(Symmetric Multiprocessing) kết hợp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Shared-Memory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Tính bình đẳng: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2 Core RV32I hoàn toàn giống nhau, cùng chia sẻ tài nguyên phần cứng.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Giao tiếp bộ nhớ: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2 Core cùng ghi/đọc trên một không gian RAM vật lý chung.</a:t>
            </a:r>
            <a:endParaRPr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51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Vấn đề phát sinh: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Xung đột cấu trúc xảy ra khi cả 2 Core cùng muốn truy cập RAM tại một chu kỳ xung nhịp.</a:t>
            </a:r>
            <a:endParaRPr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g3da362a4128_0_0"/>
          <p:cNvSpPr txBox="1"/>
          <p:nvPr/>
        </p:nvSpPr>
        <p:spPr>
          <a:xfrm>
            <a:off x="762000" y="997725"/>
            <a:ext cx="62904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6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 hình SMP &amp; Shared-Memory</a:t>
            </a:r>
            <a:endParaRPr b="1" i="0" sz="2200" u="none" cap="none" strike="noStrike">
              <a:solidFill>
                <a:srgbClr val="0A6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2" name="Google Shape;462;g3da362a4128_0_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463" name="Google Shape;463;g3da362a4128_0_0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e2ae7f76d3_0_19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0" name="Google Shape;470;g3e2ae7f76d3_0_19"/>
          <p:cNvSpPr/>
          <p:nvPr/>
        </p:nvSpPr>
        <p:spPr>
          <a:xfrm>
            <a:off x="508000" y="992325"/>
            <a:ext cx="109800" cy="445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e2ae7f76d3_0_19"/>
          <p:cNvSpPr txBox="1"/>
          <p:nvPr/>
        </p:nvSpPr>
        <p:spPr>
          <a:xfrm>
            <a:off x="332975" y="2350688"/>
            <a:ext cx="6497100" cy="24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Để giải quyết xung đột, nhóm đã chèn tín hiệu stall vào tận lõi CPU: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Đóng băng PC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: Ngăn không cho CPU nạp lệnh tiếp theo nếu chưa xong lệnh hiện tại do bị kẹt Bus.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Khóa ghi (Write Freeze):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Ép MemWrite và RegWrite về 0 để bảo vệ RAM và Register File khỏi các dữ liệu rác trong lúc chờ đợi.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g3e2ae7f76d3_0_19"/>
          <p:cNvSpPr txBox="1"/>
          <p:nvPr/>
        </p:nvSpPr>
        <p:spPr>
          <a:xfrm>
            <a:off x="762000" y="997725"/>
            <a:ext cx="62904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6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thiệp Datapath: Cơ chế Stall</a:t>
            </a:r>
            <a:endParaRPr b="1" i="0" sz="2200" u="none" cap="none" strike="noStrike">
              <a:solidFill>
                <a:srgbClr val="0A6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3" name="Google Shape;473;g3e2ae7f76d3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1925" y="2376488"/>
            <a:ext cx="4800600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g3e2ae7f76d3_0_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475" name="Google Shape;475;g3e2ae7f76d3_0_19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e2ae7f76d3_0_30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2" name="Google Shape;482;g3e2ae7f76d3_0_30"/>
          <p:cNvSpPr/>
          <p:nvPr/>
        </p:nvSpPr>
        <p:spPr>
          <a:xfrm>
            <a:off x="508000" y="992325"/>
            <a:ext cx="109800" cy="445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3e2ae7f76d3_0_30"/>
          <p:cNvSpPr txBox="1"/>
          <p:nvPr/>
        </p:nvSpPr>
        <p:spPr>
          <a:xfrm>
            <a:off x="332975" y="2350688"/>
            <a:ext cx="6497100" cy="28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Khối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Bus Arbiter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ra đời trong Đợt 1 để quyết định xem Core nào được phép chạy (Cấp quyền Grant):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Sử dụng thuật toán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Round-Robin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để đảm bảo sự công bằng.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Nếu Core 0 và Core 1 cùng tranh chấp, cờ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priority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sẽ đảo liên tục.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Core bị từ chối (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Grant = 0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) sẽ lập tức nhận tín hiệu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stall = 1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g3e2ae7f76d3_0_30"/>
          <p:cNvSpPr txBox="1"/>
          <p:nvPr/>
        </p:nvSpPr>
        <p:spPr>
          <a:xfrm>
            <a:off x="762000" y="997725"/>
            <a:ext cx="62904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6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Trái tim điều phối: Bus Arbiter</a:t>
            </a:r>
            <a:endParaRPr b="1" i="0" sz="2200" u="none" cap="none" strike="noStrike">
              <a:solidFill>
                <a:srgbClr val="0A6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5" name="Google Shape;485;g3e2ae7f76d3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8550" y="2510338"/>
            <a:ext cx="4829175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e2ae7f76d3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487" name="Google Shape;487;g3e2ae7f76d3_0_30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dcd6775a01_0_1"/>
          <p:cNvSpPr txBox="1"/>
          <p:nvPr>
            <p:ph type="title"/>
          </p:nvPr>
        </p:nvSpPr>
        <p:spPr>
          <a:xfrm>
            <a:off x="1653362" y="2676007"/>
            <a:ext cx="91776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3. </a:t>
            </a:r>
            <a:r>
              <a:rPr lang="en-US"/>
              <a:t>Hardware cơ bản:</a:t>
            </a:r>
            <a:endParaRPr/>
          </a:p>
        </p:txBody>
      </p:sp>
      <p:sp>
        <p:nvSpPr>
          <p:cNvPr id="494" name="Google Shape;494;g3dcd6775a01_0_1"/>
          <p:cNvSpPr txBox="1"/>
          <p:nvPr>
            <p:ph idx="12" type="sldNum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95" name="Google Shape;495;g3dcd6775a01_0_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496" name="Google Shape;496;g3dcd6775a01_0_1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e2ae7f76d3_0_42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3" name="Google Shape;503;g3e2ae7f76d3_0_42"/>
          <p:cNvSpPr/>
          <p:nvPr/>
        </p:nvSpPr>
        <p:spPr>
          <a:xfrm>
            <a:off x="508000" y="992325"/>
            <a:ext cx="109800" cy="445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e2ae7f76d3_0_42"/>
          <p:cNvSpPr txBox="1"/>
          <p:nvPr/>
        </p:nvSpPr>
        <p:spPr>
          <a:xfrm>
            <a:off x="332975" y="2350688"/>
            <a:ext cx="6497100" cy="3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Nâng cấp bộ phân xử đơn lẻ thành mạng kết nối chéo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Crossbar 2x2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, mở rộng khả năng định tuyến không gian bộ nhớ: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Phân tách hệ thống thành 2 vùng Slave độc lập: 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○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SLAVE 0 (RAM từ 0x0000_0000)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○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SLAVE 1 (Ngoại vi từ 0x1000_0000).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Chiến lược ưu tiên cố định (Fixed Priority):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○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Đặt ưu tiên cứng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M0 &gt; M1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tại Slave 0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○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Ngược lại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M1 &gt; M0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tại Slave 1 để tự động cân bằng tải.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5" name="Google Shape;505;g3e2ae7f76d3_0_42"/>
          <p:cNvSpPr txBox="1"/>
          <p:nvPr/>
        </p:nvSpPr>
        <p:spPr>
          <a:xfrm>
            <a:off x="762000" y="997725"/>
            <a:ext cx="62904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6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Phát triển Bus Arbiter lên Crossbar 2x2</a:t>
            </a:r>
            <a:endParaRPr b="1" i="0" sz="2200" u="none" cap="none" strike="noStrike">
              <a:solidFill>
                <a:srgbClr val="0A6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6" name="Google Shape;506;g3e2ae7f76d3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2400" y="2677325"/>
            <a:ext cx="478155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g3e2ae7f76d3_0_4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508" name="Google Shape;508;g3e2ae7f76d3_0_42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2ae7f76d3_0_53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5" name="Google Shape;515;g3e2ae7f76d3_0_53"/>
          <p:cNvSpPr/>
          <p:nvPr/>
        </p:nvSpPr>
        <p:spPr>
          <a:xfrm>
            <a:off x="508000" y="992325"/>
            <a:ext cx="109800" cy="445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e2ae7f76d3_0_53"/>
          <p:cNvSpPr txBox="1"/>
          <p:nvPr/>
        </p:nvSpPr>
        <p:spPr>
          <a:xfrm>
            <a:off x="1256425" y="1834075"/>
            <a:ext cx="95643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Để chuẩn bị cho khối điều khiển ngắt trung tâm, ma trận kết nối tiếp tục được nâng cấp lên cấu trúc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Crossbar 2x3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, bổ sung cổng Slave thứ 3 chuyên dụng: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7" name="Google Shape;517;g3e2ae7f76d3_0_53"/>
          <p:cNvSpPr txBox="1"/>
          <p:nvPr/>
        </p:nvSpPr>
        <p:spPr>
          <a:xfrm>
            <a:off x="762000" y="997725"/>
            <a:ext cx="62904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6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rộng Crossbar 2x3 &amp; Không gian Ngắt</a:t>
            </a:r>
            <a:endParaRPr b="1" i="0" sz="2200" u="none" cap="none" strike="noStrike">
              <a:solidFill>
                <a:srgbClr val="0A6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18" name="Google Shape;518;g3e2ae7f76d3_0_53"/>
          <p:cNvGraphicFramePr/>
          <p:nvPr/>
        </p:nvGraphicFramePr>
        <p:xfrm>
          <a:off x="215250" y="2829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{71896260-8F2B-41D8-BA57-89EB00F6E575}</a:tableStyleId>
              </a:tblPr>
              <a:tblGrid>
                <a:gridCol w="1451275"/>
                <a:gridCol w="4615900"/>
                <a:gridCol w="5733125"/>
              </a:tblGrid>
              <a:tr h="44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Cổng Slave</a:t>
                      </a:r>
                      <a:endParaRPr b="1" sz="2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Vùng địa chỉ giải mã (HEX)</a:t>
                      </a:r>
                      <a:endParaRPr b="1" sz="2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Thiết bị phần cứng ánh xạ vật lý</a:t>
                      </a:r>
                      <a:endParaRPr b="1" sz="2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005088"/>
                    </a:solidFill>
                  </a:tcPr>
                </a:tc>
              </a:tr>
              <a:tr h="40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16’h0000 (0x0000_0000</a:t>
                      </a: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0x0000_FFFF)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RAM Bank 0 (Vùng nhớ chứa mã lệnh thực thi ROM)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1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16’h1000 (0x1000_0000 - 0x1000_FFFF)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RAM Bank 1 (Vùng dữ liệu tính toán và ngăn xếp)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90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16’h0C00 (0x0C00_0000 - 0x0C00_FFFF)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Khối quản lý ngắt trung tâm PLIC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19" name="Google Shape;519;g3e2ae7f76d3_0_5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520" name="Google Shape;520;g3e2ae7f76d3_0_53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e2ae7f76d3_0_65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7" name="Google Shape;527;g3e2ae7f76d3_0_65"/>
          <p:cNvSpPr/>
          <p:nvPr/>
        </p:nvSpPr>
        <p:spPr>
          <a:xfrm>
            <a:off x="508000" y="992325"/>
            <a:ext cx="109800" cy="445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e2ae7f76d3_0_65"/>
          <p:cNvSpPr txBox="1"/>
          <p:nvPr/>
        </p:nvSpPr>
        <p:spPr>
          <a:xfrm>
            <a:off x="762000" y="997725"/>
            <a:ext cx="62904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6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Tích hợp bộ điều khiển ngắt PLIC</a:t>
            </a:r>
            <a:endParaRPr b="1" i="0" sz="2200" u="none" cap="none" strike="noStrike">
              <a:solidFill>
                <a:srgbClr val="0A6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9" name="Google Shape;529;g3e2ae7f76d3_0_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75" y="2918700"/>
            <a:ext cx="48101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g3e2ae7f76d3_0_65"/>
          <p:cNvSpPr txBox="1"/>
          <p:nvPr/>
        </p:nvSpPr>
        <p:spPr>
          <a:xfrm>
            <a:off x="5347950" y="2180188"/>
            <a:ext cx="6497100" cy="3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Khối điều khiển ngắt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Interrupt Controller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tiếp nhận 4 nguồn ngắt ngoại vi phần cứng độc lập: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uét mạch tổ hợp song song để trích xuất ra ID có mức độ ưu tiên cao nhất đang chờ.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Quy trình Trap Flow: 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○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Hardware ép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PC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nhảy về vector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0x100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○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CPU đọc thanh ghi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Claim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để lấy ID,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○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Sau khi xử lý xong thì CPU ghi vào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Complete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để giải phóng cờ ngắt.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g3e2ae7f76d3_0_6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532" name="Google Shape;532;g3e2ae7f76d3_0_65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d38cdd7ce0_0_1"/>
          <p:cNvSpPr txBox="1"/>
          <p:nvPr>
            <p:ph type="title"/>
          </p:nvPr>
        </p:nvSpPr>
        <p:spPr>
          <a:xfrm>
            <a:off x="1653362" y="2676007"/>
            <a:ext cx="91776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4. Software và Mô phỏng</a:t>
            </a:r>
            <a:endParaRPr/>
          </a:p>
        </p:txBody>
      </p:sp>
      <p:sp>
        <p:nvSpPr>
          <p:cNvPr id="539" name="Google Shape;539;g3d38cdd7ce0_0_1"/>
          <p:cNvSpPr txBox="1"/>
          <p:nvPr>
            <p:ph idx="12" type="sldNum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40" name="Google Shape;540;g3d38cdd7ce0_0_1"/>
          <p:cNvSpPr txBox="1"/>
          <p:nvPr>
            <p:ph idx="1" type="body"/>
          </p:nvPr>
        </p:nvSpPr>
        <p:spPr>
          <a:xfrm>
            <a:off x="1653362" y="4108231"/>
            <a:ext cx="55647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41" name="Google Shape;541;g3d38cdd7ce0_0_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542" name="Google Shape;542;g3d38cdd7ce0_0_1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e2ae7f76d3_0_155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9" name="Google Shape;549;g3e2ae7f76d3_0_155"/>
          <p:cNvSpPr/>
          <p:nvPr/>
        </p:nvSpPr>
        <p:spPr>
          <a:xfrm>
            <a:off x="508000" y="992325"/>
            <a:ext cx="109800" cy="445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e2ae7f76d3_0_155"/>
          <p:cNvSpPr txBox="1"/>
          <p:nvPr/>
        </p:nvSpPr>
        <p:spPr>
          <a:xfrm>
            <a:off x="762000" y="997725"/>
            <a:ext cx="62904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6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Hiện thực hóa Firmware C++ Bare-metal</a:t>
            </a:r>
            <a:endParaRPr b="1" i="0" sz="2200" u="none" cap="none" strike="noStrike">
              <a:solidFill>
                <a:srgbClr val="0A6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1" name="Google Shape;551;g3e2ae7f76d3_0_155"/>
          <p:cNvSpPr txBox="1"/>
          <p:nvPr/>
        </p:nvSpPr>
        <p:spPr>
          <a:xfrm>
            <a:off x="5267275" y="2720425"/>
            <a:ext cx="6577800" cy="24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Mã nguồn C++ sử dụng kỹ thuật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Memory-Mapped I/O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Từ khóa volatile: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Bắt buộc sử dụng để ngăn trình biên dịch tối ưu hóa xóa bỏ các lệnh ghi xuống ngoại vi PLIC và Crossbar.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extern “C”: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Chống hiện tượng đổi tên hàm của C++, giúp file Assembly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startup.S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gọi đúng trình xử lý ngắt.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2" name="Google Shape;552;g3e2ae7f76d3_0_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25" y="2429725"/>
            <a:ext cx="481965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g3e2ae7f76d3_0_15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554" name="Google Shape;554;g3e2ae7f76d3_0_155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e2ae7f76d3_0_145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1" name="Google Shape;561;g3e2ae7f76d3_0_145"/>
          <p:cNvSpPr/>
          <p:nvPr/>
        </p:nvSpPr>
        <p:spPr>
          <a:xfrm>
            <a:off x="508000" y="992325"/>
            <a:ext cx="109800" cy="445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g3e2ae7f76d3_0_145"/>
          <p:cNvSpPr txBox="1"/>
          <p:nvPr/>
        </p:nvSpPr>
        <p:spPr>
          <a:xfrm>
            <a:off x="762000" y="997725"/>
            <a:ext cx="62904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6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Xây dựng bộ công cụ GCC C++ Toolchain</a:t>
            </a:r>
            <a:endParaRPr b="1" i="0" sz="2200" u="none" cap="none" strike="noStrike">
              <a:solidFill>
                <a:srgbClr val="0A6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3" name="Google Shape;563;g3e2ae7f76d3_0_145"/>
          <p:cNvSpPr txBox="1"/>
          <p:nvPr/>
        </p:nvSpPr>
        <p:spPr>
          <a:xfrm>
            <a:off x="5347950" y="2180188"/>
            <a:ext cx="6497100" cy="4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Triển khai bộ công cụ tự động hóa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Pack GNU RISC-V Embedded GCC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thay thế hoàn toàn cho việc gõ mã máy tay: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Sử dụng kịch bản liên kết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memory.ld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để định vị phân vùng: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○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Mã máy nằm ở 0x0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○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Vùng RAM dời xuống 0x200 để tránh đè ROM.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Ép cứng phân đoạn bẫy ngắt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.text.trap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nằm chuẩn xác tại địa chỉ vector vật lý 0x0000_0100.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Sản phẩm cuối cùng là file mã máy dạng Hex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core0.txt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dùng để nạp vào ROM mô phỏng ModelSim.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4" name="Google Shape;564;g3e2ae7f76d3_0_145"/>
          <p:cNvPicPr preferRelativeResize="0"/>
          <p:nvPr/>
        </p:nvPicPr>
        <p:blipFill rotWithShape="1">
          <a:blip r:embed="rId3">
            <a:alphaModFix/>
          </a:blip>
          <a:srcRect b="-1690" l="-1070" r="1070" t="1690"/>
          <a:stretch/>
        </p:blipFill>
        <p:spPr>
          <a:xfrm>
            <a:off x="210525" y="2668650"/>
            <a:ext cx="4848225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g3e2ae7f76d3_0_1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566" name="Google Shape;566;g3e2ae7f76d3_0_145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e2ae7f76d3_0_86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3" name="Google Shape;573;g3e2ae7f76d3_0_86"/>
          <p:cNvSpPr/>
          <p:nvPr/>
        </p:nvSpPr>
        <p:spPr>
          <a:xfrm>
            <a:off x="508000" y="992325"/>
            <a:ext cx="109800" cy="445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g3e2ae7f76d3_0_86"/>
          <p:cNvSpPr txBox="1"/>
          <p:nvPr/>
        </p:nvSpPr>
        <p:spPr>
          <a:xfrm>
            <a:off x="920600" y="1588675"/>
            <a:ext cx="6611100" cy="26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Trước khi xây dựng môi trường lập trình C++, nhóm tiến hành viết thủ công tệp tin mã lệnh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core0_testbus.txt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để trực tiếp “ép lỗi” phần cứng vật lý: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Mục tiêu: 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Tạo ra kịch bản cưỡng bức cả 2 lõi cùng đồng thời gửi lệnh ghi bộ nhớ vào chung một ô địa chỉ.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Mục đích: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Quan sát trực quan biểu đồ xung sóng xem logic phân xử Crossbar và mạch đóng băng Stall của CPU có phản xạ chính xác hay không?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" name="Google Shape;575;g3e2ae7f76d3_0_86"/>
          <p:cNvSpPr txBox="1"/>
          <p:nvPr/>
        </p:nvSpPr>
        <p:spPr>
          <a:xfrm>
            <a:off x="762000" y="997725"/>
            <a:ext cx="62904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6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Thử nghiệm phần cứng bằng Assembly thủ công</a:t>
            </a:r>
            <a:endParaRPr b="1" i="0" sz="2200" u="none" cap="none" strike="noStrike">
              <a:solidFill>
                <a:srgbClr val="0A6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6" name="Google Shape;576;g3e2ae7f76d3_0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425" y="4296525"/>
            <a:ext cx="11918652" cy="19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g3e2ae7f76d3_0_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5550" y="1921800"/>
            <a:ext cx="4355500" cy="194150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g3e2ae7f76d3_0_8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579" name="Google Shape;579;g3e2ae7f76d3_0_86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e2ae7f76d3_0_97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6" name="Google Shape;586;g3e2ae7f76d3_0_97"/>
          <p:cNvSpPr/>
          <p:nvPr/>
        </p:nvSpPr>
        <p:spPr>
          <a:xfrm>
            <a:off x="508000" y="992325"/>
            <a:ext cx="109800" cy="445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e2ae7f76d3_0_97"/>
          <p:cNvSpPr txBox="1"/>
          <p:nvPr/>
        </p:nvSpPr>
        <p:spPr>
          <a:xfrm>
            <a:off x="762000" y="997725"/>
            <a:ext cx="62904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6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Thử nghiệm phần cứng bằng Assembly thủ công</a:t>
            </a:r>
            <a:endParaRPr b="1" i="0" sz="2200" u="none" cap="none" strike="noStrike">
              <a:solidFill>
                <a:srgbClr val="0A6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8" name="Google Shape;588;g3e2ae7f76d3_0_97" title="Screenshot 2026-05-17 2011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250" y="1524000"/>
            <a:ext cx="11430425" cy="220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g3e2ae7f76d3_0_97" title="Screenshot 2026-05-17 2012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250" y="3955400"/>
            <a:ext cx="11430424" cy="225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g3e2ae7f76d3_0_9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591" name="Google Shape;591;g3e2ae7f76d3_0_97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e2ae7f76d3_0_112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8" name="Google Shape;598;g3e2ae7f76d3_0_112"/>
          <p:cNvSpPr/>
          <p:nvPr/>
        </p:nvSpPr>
        <p:spPr>
          <a:xfrm>
            <a:off x="508000" y="992325"/>
            <a:ext cx="109800" cy="445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9" name="Google Shape;599;g3e2ae7f76d3_0_112" title="Screenshot 2026-05-17 2008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430150"/>
            <a:ext cx="11887198" cy="2051824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g3e2ae7f76d3_0_112"/>
          <p:cNvSpPr txBox="1"/>
          <p:nvPr/>
        </p:nvSpPr>
        <p:spPr>
          <a:xfrm>
            <a:off x="762000" y="997725"/>
            <a:ext cx="79989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6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 phỏng</a:t>
            </a:r>
            <a:r>
              <a:rPr b="1" lang="en-US" sz="2200">
                <a:solidFill>
                  <a:srgbClr val="0A6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phần cứng bằng Assembly từ hiện thực hóa Firmware</a:t>
            </a:r>
            <a:endParaRPr b="1" i="0" sz="2200" u="none" cap="none" strike="noStrike">
              <a:solidFill>
                <a:srgbClr val="0A6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1" name="Google Shape;601;g3e2ae7f76d3_0_112"/>
          <p:cNvSpPr txBox="1"/>
          <p:nvPr/>
        </p:nvSpPr>
        <p:spPr>
          <a:xfrm>
            <a:off x="1256425" y="1834075"/>
            <a:ext cx="87636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Nạp file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core0.txt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(chứa code C++ vừa sinh ra) vào lại ModelSim.</a:t>
            </a:r>
            <a:b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=&gt; Hệ thống tự tổ chức bối cảnh: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2" name="Google Shape;602;g3e2ae7f76d3_0_1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603" name="Google Shape;603;g3e2ae7f76d3_0_112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e2ae7f76d3_0_122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0" name="Google Shape;610;g3e2ae7f76d3_0_122"/>
          <p:cNvSpPr/>
          <p:nvPr/>
        </p:nvSpPr>
        <p:spPr>
          <a:xfrm>
            <a:off x="508000" y="992325"/>
            <a:ext cx="109800" cy="445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e2ae7f76d3_0_122"/>
          <p:cNvSpPr txBox="1"/>
          <p:nvPr/>
        </p:nvSpPr>
        <p:spPr>
          <a:xfrm>
            <a:off x="762000" y="997725"/>
            <a:ext cx="85605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A6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Mô phỏng phần cứng bằng Assembly từ hiện thực hóa Firmware</a:t>
            </a:r>
            <a:endParaRPr b="1" sz="2200">
              <a:solidFill>
                <a:srgbClr val="0A6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A6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2" name="Google Shape;612;g3e2ae7f76d3_0_122" title="Screenshot 2026-05-17 2017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224075"/>
            <a:ext cx="11475624" cy="197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g3e2ae7f76d3_0_122" title="Screenshot 2026-05-17 2007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90225"/>
            <a:ext cx="11475626" cy="24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g3e2ae7f76d3_0_1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615" name="Google Shape;615;g3e2ae7f76d3_0_122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e2ae7f76d3_0_199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2" name="Google Shape;622;g3e2ae7f76d3_0_199"/>
          <p:cNvSpPr/>
          <p:nvPr/>
        </p:nvSpPr>
        <p:spPr>
          <a:xfrm>
            <a:off x="508000" y="992325"/>
            <a:ext cx="109800" cy="445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e2ae7f76d3_0_199"/>
          <p:cNvSpPr txBox="1"/>
          <p:nvPr/>
        </p:nvSpPr>
        <p:spPr>
          <a:xfrm>
            <a:off x="762000" y="997725"/>
            <a:ext cx="62904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6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Thách thức kỹ thuật &amp; Giải pháp hiện thực</a:t>
            </a:r>
            <a:endParaRPr b="1" sz="2200">
              <a:solidFill>
                <a:srgbClr val="0A6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24" name="Google Shape;624;g3e2ae7f76d3_0_199"/>
          <p:cNvGraphicFramePr/>
          <p:nvPr/>
        </p:nvGraphicFramePr>
        <p:xfrm>
          <a:off x="459838" y="230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{71896260-8F2B-41D8-BA57-89EB00F6E575}</a:tableStyleId>
              </a:tblPr>
              <a:tblGrid>
                <a:gridCol w="5398575"/>
                <a:gridCol w="5398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Vấn đề kỹ thuật thực tế</a:t>
                      </a:r>
                      <a:endParaRPr b="1" sz="2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Giải pháp xử lý của nhóm</a:t>
                      </a:r>
                      <a:endParaRPr b="1" sz="2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00508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Lệnh căn chỉnh địa chỉ: 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Mã máy sinh ra không khớp logic giải mã Crossbar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Sử dụng Linker Script ép cứng vùng nhớ và kiểm tra kỹ tệp tin </a:t>
                      </a:r>
                      <a:r>
                        <a:rPr b="1"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.map</a:t>
                      </a:r>
                      <a:endParaRPr b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Mất dữ liệu ngữ cảnh:</a:t>
                      </a: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Core bị crash hoặc nhảy loạn sau khi kết thúc ngắt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Can thiệp vào Assembly mồi để lưu/phục hồi thanh ghi ra thủ công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25" name="Google Shape;625;g3e2ae7f76d3_0_19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626" name="Google Shape;626;g3e2ae7f76d3_0_199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e2ae7f76d3_0_179"/>
          <p:cNvSpPr txBox="1"/>
          <p:nvPr>
            <p:ph type="title"/>
          </p:nvPr>
        </p:nvSpPr>
        <p:spPr>
          <a:xfrm>
            <a:off x="1653362" y="2676007"/>
            <a:ext cx="9177600" cy="15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5. Kế hoạch hoàn thiện đồ án</a:t>
            </a:r>
            <a:endParaRPr/>
          </a:p>
        </p:txBody>
      </p:sp>
      <p:sp>
        <p:nvSpPr>
          <p:cNvPr id="633" name="Google Shape;633;g3e2ae7f76d3_0_179"/>
          <p:cNvSpPr txBox="1"/>
          <p:nvPr>
            <p:ph idx="12" type="sldNum"/>
          </p:nvPr>
        </p:nvSpPr>
        <p:spPr>
          <a:xfrm>
            <a:off x="11347449" y="332284"/>
            <a:ext cx="844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4" name="Google Shape;634;g3e2ae7f76d3_0_179"/>
          <p:cNvSpPr txBox="1"/>
          <p:nvPr>
            <p:ph idx="1" type="body"/>
          </p:nvPr>
        </p:nvSpPr>
        <p:spPr>
          <a:xfrm>
            <a:off x="1653362" y="4108231"/>
            <a:ext cx="55647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635" name="Google Shape;635;g3e2ae7f76d3_0_17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636" name="Google Shape;636;g3e2ae7f76d3_0_179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e2ae7f76d3_0_212"/>
          <p:cNvSpPr txBox="1"/>
          <p:nvPr>
            <p:ph idx="12" type="sldNum"/>
          </p:nvPr>
        </p:nvSpPr>
        <p:spPr>
          <a:xfrm>
            <a:off x="10409692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3" name="Google Shape;643;g3e2ae7f76d3_0_212"/>
          <p:cNvSpPr/>
          <p:nvPr/>
        </p:nvSpPr>
        <p:spPr>
          <a:xfrm>
            <a:off x="508000" y="992325"/>
            <a:ext cx="109800" cy="445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e2ae7f76d3_0_212"/>
          <p:cNvSpPr txBox="1"/>
          <p:nvPr/>
        </p:nvSpPr>
        <p:spPr>
          <a:xfrm>
            <a:off x="762000" y="997725"/>
            <a:ext cx="62904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684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Thách thức kỹ thuật &amp; Giải pháp hiện thực</a:t>
            </a:r>
            <a:endParaRPr b="1" sz="2200">
              <a:solidFill>
                <a:srgbClr val="0A684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5" name="Google Shape;645;g3e2ae7f76d3_0_212"/>
          <p:cNvSpPr txBox="1"/>
          <p:nvPr/>
        </p:nvSpPr>
        <p:spPr>
          <a:xfrm>
            <a:off x="870500" y="1734625"/>
            <a:ext cx="10105200" cy="38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95275" spcFirstLastPara="1" rIns="95275" wrap="square" tIns="47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CASE 1: Mở rộng Tập lệnh M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Tích hợp module nhân/chia số nguyên bằng mạch phần cứng vật lý (RV32IM) để tăng tốc xử lý cho Firmware C++.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2: Đồng bộ hóa Đa lõi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Viết thuật toán Spinlock/Mutex dựa trên SHARED RAM để hai lõi trao đổi dữ liệu an toàn tuyệt đối.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3: Mở rộng I/O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Nối thêm các module ngoại vi như UART (để in chữ ra màn hình terminal) hoặc GPIO (để nháy LED thực tế trên board mạch).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6" name="Google Shape;646;g3e2ae7f76d3_0_21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647" name="Google Shape;647;g3e2ae7f76d3_0_212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4"/>
          <p:cNvSpPr txBox="1"/>
          <p:nvPr>
            <p:ph type="title"/>
          </p:nvPr>
        </p:nvSpPr>
        <p:spPr>
          <a:xfrm>
            <a:off x="1575218" y="1218933"/>
            <a:ext cx="9041564" cy="3617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6000"/>
              <a:buFont typeface="Times New Roman"/>
              <a:buNone/>
            </a:pPr>
            <a:r>
              <a:rPr lang="en-US" sz="6000">
                <a:solidFill>
                  <a:srgbClr val="05624A"/>
                </a:solidFill>
              </a:rPr>
              <a:t>CẢM ƠN MỌI NGƯỜI ĐÃ CHÚ Ý LẮNG NGHE!</a:t>
            </a:r>
            <a:endParaRPr/>
          </a:p>
        </p:txBody>
      </p:sp>
      <p:sp>
        <p:nvSpPr>
          <p:cNvPr id="653" name="Google Shape;653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18 May 2026</a:t>
            </a:r>
            <a:endParaRPr/>
          </a:p>
        </p:txBody>
      </p:sp>
      <p:sp>
        <p:nvSpPr>
          <p:cNvPr id="654" name="Google Shape;654;p14"/>
          <p:cNvSpPr txBox="1"/>
          <p:nvPr>
            <p:ph idx="12" type="sldNum"/>
          </p:nvPr>
        </p:nvSpPr>
        <p:spPr>
          <a:xfrm>
            <a:off x="1040969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5" name="Google Shape;655;p14"/>
          <p:cNvSpPr txBox="1"/>
          <p:nvPr/>
        </p:nvSpPr>
        <p:spPr>
          <a:xfrm>
            <a:off x="4892865" y="4330350"/>
            <a:ext cx="2406269" cy="757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5624A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 b="1" i="0" sz="3600" u="none" cap="none" strike="noStrike">
              <a:solidFill>
                <a:srgbClr val="D88E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6" name="Google Shape;656;p14"/>
          <p:cNvSpPr/>
          <p:nvPr/>
        </p:nvSpPr>
        <p:spPr>
          <a:xfrm>
            <a:off x="4892865" y="4330350"/>
            <a:ext cx="2406269" cy="757619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09977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4"/>
          <p:cNvSpPr txBox="1"/>
          <p:nvPr>
            <p:ph idx="11" type="ftr"/>
          </p:nvPr>
        </p:nvSpPr>
        <p:spPr>
          <a:xfrm>
            <a:off x="4238625" y="6356349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Copyrights 2026 UIT. All Rights Reserved.</a:t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FCE Pallete">
      <a:dk1>
        <a:srgbClr val="000000"/>
      </a:dk1>
      <a:lt1>
        <a:srgbClr val="FFFFFF"/>
      </a:lt1>
      <a:dk2>
        <a:srgbClr val="073B3A"/>
      </a:dk2>
      <a:lt2>
        <a:srgbClr val="FCECD0"/>
      </a:lt2>
      <a:accent1>
        <a:srgbClr val="0B6E4F"/>
      </a:accent1>
      <a:accent2>
        <a:srgbClr val="08A045"/>
      </a:accent2>
      <a:accent3>
        <a:srgbClr val="6BBF59"/>
      </a:accent3>
      <a:accent4>
        <a:srgbClr val="DDB771"/>
      </a:accent4>
      <a:accent5>
        <a:srgbClr val="001C55"/>
      </a:accent5>
      <a:accent6>
        <a:srgbClr val="ED5565"/>
      </a:accent6>
      <a:hlink>
        <a:srgbClr val="5D9CEC"/>
      </a:hlink>
      <a:folHlink>
        <a:srgbClr val="AC92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FCE Pallete">
      <a:dk1>
        <a:srgbClr val="000000"/>
      </a:dk1>
      <a:lt1>
        <a:srgbClr val="FFFFFF"/>
      </a:lt1>
      <a:dk2>
        <a:srgbClr val="073B3A"/>
      </a:dk2>
      <a:lt2>
        <a:srgbClr val="FCECD0"/>
      </a:lt2>
      <a:accent1>
        <a:srgbClr val="0B6E4F"/>
      </a:accent1>
      <a:accent2>
        <a:srgbClr val="08A045"/>
      </a:accent2>
      <a:accent3>
        <a:srgbClr val="6BBF59"/>
      </a:accent3>
      <a:accent4>
        <a:srgbClr val="DDB771"/>
      </a:accent4>
      <a:accent5>
        <a:srgbClr val="001C55"/>
      </a:accent5>
      <a:accent6>
        <a:srgbClr val="ED5565"/>
      </a:accent6>
      <a:hlink>
        <a:srgbClr val="5D9CEC"/>
      </a:hlink>
      <a:folHlink>
        <a:srgbClr val="AC92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2022-06-26T12:27:32Z</dcterms:created>
  <dc:creator>Duy Doan</dc:creator>
</cp:coreProperties>
</file>