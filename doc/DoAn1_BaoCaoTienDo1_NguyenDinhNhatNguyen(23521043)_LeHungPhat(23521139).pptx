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60">
          <p15:clr>
            <a:srgbClr val="A4A3A4"/>
          </p15:clr>
        </p15:guide>
        <p15:guide id="2" pos="480">
          <p15:clr>
            <a:srgbClr val="A4A3A4"/>
          </p15:clr>
        </p15:guide>
        <p15:guide id="3" orient="horz" pos="2760">
          <p15:clr>
            <a:srgbClr val="A4A3A4"/>
          </p15:clr>
        </p15:guide>
        <p15:guide id="4" pos="768">
          <p15:clr>
            <a:srgbClr val="A4A3A4"/>
          </p15:clr>
        </p15:guide>
        <p15:guide id="5" pos="96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QtRWGpk9USnLyMZhAeKw4eaRO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60" orient="horz"/>
        <p:guide pos="480"/>
        <p:guide pos="2760" orient="horz"/>
        <p:guide pos="768"/>
        <p:guide pos="9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6e57a8e1e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a6e57a8e1e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cd6775a01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dcd6775a01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dcd6775a01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a362a4128_1_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g3da362a4128_1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cd6775a01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dcd6775a01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g3dcd6775a01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a362a412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da362a412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g3da362a412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cd6775a0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dcd6775a0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g3dcd6775a0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ce317043b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g3dce317043b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g3dce317043b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38cdd7ce0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d38cdd7ce0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g3d38cdd7ce0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56e73d084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d56e73d084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g3d56e73d084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38cdd7ce0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d38cdd7ce0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d38cdd7ce0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d56e73d084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3d56e73d084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g3d56e73d084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38cdd7ce0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3d38cdd7ce0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d38cdd7ce0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56e73d084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d56e73d084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g3d56e73d084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56e73d084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3d56e73d084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d56e73d084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56e73d084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d56e73d084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g3d56e73d084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56e73d084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d56e73d084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d56e73d084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da362a4128_1_4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da362a4128_1_4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g3da362a4128_1_4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-24143" y="0"/>
            <a:ext cx="653293" cy="68580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6"/>
          <p:cNvSpPr/>
          <p:nvPr/>
        </p:nvSpPr>
        <p:spPr>
          <a:xfrm flipH="1" rot="10800000">
            <a:off x="-31247" y="0"/>
            <a:ext cx="633743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6"/>
          <p:cNvSpPr txBox="1"/>
          <p:nvPr/>
        </p:nvSpPr>
        <p:spPr>
          <a:xfrm rot="-5400000">
            <a:off x="-174040" y="5138274"/>
            <a:ext cx="8798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LỚP …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6"/>
          <p:cNvSpPr/>
          <p:nvPr>
            <p:ph type="ctrTitle"/>
          </p:nvPr>
        </p:nvSpPr>
        <p:spPr>
          <a:xfrm>
            <a:off x="2068594" y="2540459"/>
            <a:ext cx="8087360" cy="2387600"/>
          </a:xfrm>
          <a:prstGeom prst="roundRect">
            <a:avLst>
              <a:gd fmla="val 3901" name="adj"/>
            </a:avLst>
          </a:prstGeom>
          <a:noFill/>
          <a:ln cap="flat" cmpd="sng" w="2540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6000"/>
              <a:buFont typeface="Times New Roman"/>
              <a:buNone/>
              <a:defRPr b="1" sz="6000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subTitle"/>
          </p:nvPr>
        </p:nvSpPr>
        <p:spPr>
          <a:xfrm>
            <a:off x="3208587" y="964871"/>
            <a:ext cx="5807374" cy="434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16"/>
          <p:cNvSpPr txBox="1"/>
          <p:nvPr>
            <p:ph idx="10" type="dt"/>
          </p:nvPr>
        </p:nvSpPr>
        <p:spPr>
          <a:xfrm>
            <a:off x="206859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1" type="ftr"/>
          </p:nvPr>
        </p:nvSpPr>
        <p:spPr>
          <a:xfrm>
            <a:off x="526899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" name="Google Shape;25;p16"/>
          <p:cNvGrpSpPr/>
          <p:nvPr/>
        </p:nvGrpSpPr>
        <p:grpSpPr>
          <a:xfrm>
            <a:off x="11508226" y="243069"/>
            <a:ext cx="546132" cy="546132"/>
            <a:chOff x="11082048" y="197383"/>
            <a:chExt cx="486579" cy="486579"/>
          </a:xfrm>
        </p:grpSpPr>
        <p:sp>
          <p:nvSpPr>
            <p:cNvPr id="26" name="Google Shape;26;p16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6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16"/>
          <p:cNvGrpSpPr/>
          <p:nvPr/>
        </p:nvGrpSpPr>
        <p:grpSpPr>
          <a:xfrm>
            <a:off x="4496259" y="113148"/>
            <a:ext cx="3232030" cy="721015"/>
            <a:chOff x="4280055" y="63291"/>
            <a:chExt cx="3631889" cy="810217"/>
          </a:xfrm>
        </p:grpSpPr>
        <p:sp>
          <p:nvSpPr>
            <p:cNvPr id="29" name="Google Shape;29;p16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1" name="Google Shape;3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6241" y="63291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3208587" y="1399088"/>
            <a:ext cx="5807374" cy="432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3" type="body"/>
          </p:nvPr>
        </p:nvSpPr>
        <p:spPr>
          <a:xfrm>
            <a:off x="2068594" y="5542055"/>
            <a:ext cx="8087360" cy="519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6"/>
          <p:cNvSpPr/>
          <p:nvPr>
            <p:ph idx="4" type="body"/>
          </p:nvPr>
        </p:nvSpPr>
        <p:spPr>
          <a:xfrm>
            <a:off x="3746557" y="2166938"/>
            <a:ext cx="2365717" cy="3810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6"/>
          <p:cNvSpPr/>
          <p:nvPr>
            <p:ph idx="5" type="body"/>
          </p:nvPr>
        </p:nvSpPr>
        <p:spPr>
          <a:xfrm>
            <a:off x="6112274" y="4926551"/>
            <a:ext cx="3388242" cy="3810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10409692" y="33357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6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1905755" y="1026302"/>
            <a:ext cx="8378012" cy="98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643622" y="2206392"/>
            <a:ext cx="5353953" cy="643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b="1" sz="2400">
                <a:solidFill>
                  <a:srgbClr val="F3733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643622" y="2932771"/>
            <a:ext cx="5353953" cy="3256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3" type="body"/>
          </p:nvPr>
        </p:nvSpPr>
        <p:spPr>
          <a:xfrm>
            <a:off x="6172200" y="2206392"/>
            <a:ext cx="5183188" cy="643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b="1" sz="2400">
                <a:solidFill>
                  <a:srgbClr val="F3733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4" type="body"/>
          </p:nvPr>
        </p:nvSpPr>
        <p:spPr>
          <a:xfrm>
            <a:off x="6172200" y="2932771"/>
            <a:ext cx="5183188" cy="3256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7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7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7"/>
          <p:cNvGrpSpPr/>
          <p:nvPr/>
        </p:nvGrpSpPr>
        <p:grpSpPr>
          <a:xfrm>
            <a:off x="4479985" y="263617"/>
            <a:ext cx="3232030" cy="721014"/>
            <a:chOff x="4280055" y="109041"/>
            <a:chExt cx="3631889" cy="810216"/>
          </a:xfrm>
        </p:grpSpPr>
        <p:sp>
          <p:nvSpPr>
            <p:cNvPr id="50" name="Google Shape;50;p17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52" name="Google Shape;5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09041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" name="Google Shape;53;p17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54" name="Google Shape;54;p17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17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/>
          <p:nvPr/>
        </p:nvSpPr>
        <p:spPr>
          <a:xfrm>
            <a:off x="1136821" y="1450428"/>
            <a:ext cx="10210628" cy="4289654"/>
          </a:xfrm>
          <a:prstGeom prst="roundRect">
            <a:avLst>
              <a:gd fmla="val 2701" name="adj"/>
            </a:avLst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9"/>
          <p:cNvSpPr/>
          <p:nvPr/>
        </p:nvSpPr>
        <p:spPr>
          <a:xfrm>
            <a:off x="1136821" y="1450428"/>
            <a:ext cx="10210628" cy="4289654"/>
          </a:xfrm>
          <a:prstGeom prst="roundRect">
            <a:avLst>
              <a:gd fmla="val 2701" name="adj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9"/>
          <p:cNvSpPr txBox="1"/>
          <p:nvPr>
            <p:ph idx="10" type="dt"/>
          </p:nvPr>
        </p:nvSpPr>
        <p:spPr>
          <a:xfrm>
            <a:off x="423640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1" type="ftr"/>
          </p:nvPr>
        </p:nvSpPr>
        <p:spPr>
          <a:xfrm>
            <a:off x="72326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/>
        </p:nvSpPr>
        <p:spPr>
          <a:xfrm>
            <a:off x="-24142" y="0"/>
            <a:ext cx="657886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 txBox="1"/>
          <p:nvPr/>
        </p:nvSpPr>
        <p:spPr>
          <a:xfrm rot="-5400000">
            <a:off x="-1233059" y="4998600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19"/>
          <p:cNvGrpSpPr/>
          <p:nvPr/>
        </p:nvGrpSpPr>
        <p:grpSpPr>
          <a:xfrm>
            <a:off x="4479985" y="170766"/>
            <a:ext cx="3232030" cy="721014"/>
            <a:chOff x="4280055" y="128038"/>
            <a:chExt cx="3631889" cy="810216"/>
          </a:xfrm>
        </p:grpSpPr>
        <p:sp>
          <p:nvSpPr>
            <p:cNvPr id="66" name="Google Shape;66;p19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9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68" name="Google Shape;6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6241" y="128038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" name="Google Shape;69;p19"/>
          <p:cNvGrpSpPr/>
          <p:nvPr/>
        </p:nvGrpSpPr>
        <p:grpSpPr>
          <a:xfrm>
            <a:off x="11508226" y="243069"/>
            <a:ext cx="546132" cy="546132"/>
            <a:chOff x="11082048" y="197383"/>
            <a:chExt cx="486579" cy="486579"/>
          </a:xfrm>
        </p:grpSpPr>
        <p:sp>
          <p:nvSpPr>
            <p:cNvPr id="70" name="Google Shape;70;p19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9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9"/>
          <p:cNvSpPr txBox="1"/>
          <p:nvPr>
            <p:ph idx="12" type="sldNum"/>
          </p:nvPr>
        </p:nvSpPr>
        <p:spPr>
          <a:xfrm>
            <a:off x="11347449" y="332284"/>
            <a:ext cx="8445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9"/>
          <p:cNvSpPr txBox="1"/>
          <p:nvPr>
            <p:ph type="title"/>
          </p:nvPr>
        </p:nvSpPr>
        <p:spPr>
          <a:xfrm>
            <a:off x="1653362" y="2425382"/>
            <a:ext cx="9177548" cy="15059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imes New Roman"/>
              <a:buNone/>
              <a:defRPr b="1"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1653362" y="4108231"/>
            <a:ext cx="5564835" cy="741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9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9"/>
          <p:cNvSpPr/>
          <p:nvPr/>
        </p:nvSpPr>
        <p:spPr>
          <a:xfrm flipH="1" rot="10800000">
            <a:off x="-2192" y="-2696"/>
            <a:ext cx="633743" cy="6858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1915219" y="1180710"/>
            <a:ext cx="8354122" cy="1006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/>
          <p:nvPr/>
        </p:nvSpPr>
        <p:spPr>
          <a:xfrm rot="5400000">
            <a:off x="5776504" y="-5767744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1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21"/>
          <p:cNvGrpSpPr/>
          <p:nvPr/>
        </p:nvGrpSpPr>
        <p:grpSpPr>
          <a:xfrm>
            <a:off x="4479985" y="271046"/>
            <a:ext cx="3232030" cy="721014"/>
            <a:chOff x="4280055" y="117389"/>
            <a:chExt cx="3631889" cy="810216"/>
          </a:xfrm>
        </p:grpSpPr>
        <p:sp>
          <p:nvSpPr>
            <p:cNvPr id="85" name="Google Shape;85;p21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1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87" name="Google Shape;87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2060" y="117389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21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89" name="Google Shape;89;p21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21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1926022" y="1049992"/>
            <a:ext cx="8337478" cy="89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1033164" y="2331225"/>
            <a:ext cx="10515600" cy="384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0" type="dt"/>
          </p:nvPr>
        </p:nvSpPr>
        <p:spPr>
          <a:xfrm>
            <a:off x="103316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1" type="ftr"/>
          </p:nvPr>
        </p:nvSpPr>
        <p:spPr>
          <a:xfrm>
            <a:off x="423356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18"/>
          <p:cNvGrpSpPr/>
          <p:nvPr/>
        </p:nvGrpSpPr>
        <p:grpSpPr>
          <a:xfrm>
            <a:off x="4479985" y="254598"/>
            <a:ext cx="3232030" cy="721014"/>
            <a:chOff x="4280055" y="98907"/>
            <a:chExt cx="3631889" cy="810216"/>
          </a:xfrm>
        </p:grpSpPr>
        <p:sp>
          <p:nvSpPr>
            <p:cNvPr id="106" name="Google Shape;106;p18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8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08" name="Google Shape;10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98907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8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10" name="Google Shape;110;p18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1042294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1834325" y="1077048"/>
            <a:ext cx="8325700" cy="8412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643622" y="2324773"/>
            <a:ext cx="5181600" cy="3852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2" type="body"/>
          </p:nvPr>
        </p:nvSpPr>
        <p:spPr>
          <a:xfrm>
            <a:off x="6172200" y="2324773"/>
            <a:ext cx="5181600" cy="3852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0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0"/>
          <p:cNvSpPr/>
          <p:nvPr/>
        </p:nvSpPr>
        <p:spPr>
          <a:xfrm flipH="1" rot="-5400000">
            <a:off x="5778983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" name="Google Shape;123;p20"/>
          <p:cNvGrpSpPr/>
          <p:nvPr/>
        </p:nvGrpSpPr>
        <p:grpSpPr>
          <a:xfrm>
            <a:off x="4479985" y="305288"/>
            <a:ext cx="3232030" cy="721014"/>
            <a:chOff x="4280055" y="155868"/>
            <a:chExt cx="3631889" cy="810216"/>
          </a:xfrm>
        </p:grpSpPr>
        <p:sp>
          <p:nvSpPr>
            <p:cNvPr id="124" name="Google Shape;124;p20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26" name="Google Shape;12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6" y="155868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20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28" name="Google Shape;128;p20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0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20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0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643622" y="2219488"/>
            <a:ext cx="4128403" cy="139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b="1" sz="3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5183188" y="1072493"/>
            <a:ext cx="6172200" cy="4788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5" name="Google Shape;135;p23"/>
          <p:cNvSpPr txBox="1"/>
          <p:nvPr>
            <p:ph idx="2" type="body"/>
          </p:nvPr>
        </p:nvSpPr>
        <p:spPr>
          <a:xfrm>
            <a:off x="643622" y="3724507"/>
            <a:ext cx="4128403" cy="2144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6" name="Google Shape;13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3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23"/>
          <p:cNvGrpSpPr/>
          <p:nvPr/>
        </p:nvGrpSpPr>
        <p:grpSpPr>
          <a:xfrm>
            <a:off x="4479985" y="264096"/>
            <a:ext cx="3232030" cy="721014"/>
            <a:chOff x="4280055" y="109580"/>
            <a:chExt cx="3631889" cy="810216"/>
          </a:xfrm>
        </p:grpSpPr>
        <p:sp>
          <p:nvSpPr>
            <p:cNvPr id="142" name="Google Shape;142;p23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44" name="Google Shape;144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09580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" name="Google Shape;145;p23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46" name="Google Shape;146;p23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23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/>
          <p:nvPr>
            <p:ph idx="2" type="pic"/>
          </p:nvPr>
        </p:nvSpPr>
        <p:spPr>
          <a:xfrm>
            <a:off x="5183188" y="1072493"/>
            <a:ext cx="6172200" cy="4796495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24"/>
          <p:cNvGrpSpPr/>
          <p:nvPr/>
        </p:nvGrpSpPr>
        <p:grpSpPr>
          <a:xfrm>
            <a:off x="4479985" y="233020"/>
            <a:ext cx="3232030" cy="721014"/>
            <a:chOff x="4280055" y="74659"/>
            <a:chExt cx="3631889" cy="810216"/>
          </a:xfrm>
        </p:grpSpPr>
        <p:sp>
          <p:nvSpPr>
            <p:cNvPr id="158" name="Google Shape;158;p24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4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60" name="Google Shape;16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74659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" name="Google Shape;161;p24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62" name="Google Shape;162;p24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4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24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24"/>
          <p:cNvSpPr txBox="1"/>
          <p:nvPr>
            <p:ph type="title"/>
          </p:nvPr>
        </p:nvSpPr>
        <p:spPr>
          <a:xfrm>
            <a:off x="643622" y="2219488"/>
            <a:ext cx="4128403" cy="139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b="1" sz="3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643622" y="3724507"/>
            <a:ext cx="4128403" cy="2144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028100" y="1097482"/>
            <a:ext cx="8325700" cy="7765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 rot="5400000">
            <a:off x="4072617" y="-1104221"/>
            <a:ext cx="3852189" cy="10710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5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5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25"/>
          <p:cNvGrpSpPr/>
          <p:nvPr/>
        </p:nvGrpSpPr>
        <p:grpSpPr>
          <a:xfrm>
            <a:off x="4479985" y="286231"/>
            <a:ext cx="3232030" cy="721014"/>
            <a:chOff x="4280055" y="134453"/>
            <a:chExt cx="3631889" cy="810216"/>
          </a:xfrm>
        </p:grpSpPr>
        <p:sp>
          <p:nvSpPr>
            <p:cNvPr id="177" name="Google Shape;177;p25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5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79" name="Google Shape;179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34453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" name="Google Shape;180;p25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81" name="Google Shape;181;p25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5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25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5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 rot="5400000">
            <a:off x="7396816" y="2219979"/>
            <a:ext cx="528506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 rot="5400000">
            <a:off x="2634702" y="239164"/>
            <a:ext cx="3946719" cy="7928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6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26"/>
          <p:cNvGrpSpPr/>
          <p:nvPr/>
        </p:nvGrpSpPr>
        <p:grpSpPr>
          <a:xfrm>
            <a:off x="4479985" y="254598"/>
            <a:ext cx="3232030" cy="721014"/>
            <a:chOff x="4280055" y="98907"/>
            <a:chExt cx="3631889" cy="810216"/>
          </a:xfrm>
        </p:grpSpPr>
        <p:sp>
          <p:nvSpPr>
            <p:cNvPr id="194" name="Google Shape;194;p26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96" name="Google Shape;19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98907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26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98" name="Google Shape;198;p26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26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a362a4128_1_287"/>
          <p:cNvSpPr txBox="1"/>
          <p:nvPr>
            <p:ph type="title"/>
          </p:nvPr>
        </p:nvSpPr>
        <p:spPr>
          <a:xfrm>
            <a:off x="1905755" y="1026302"/>
            <a:ext cx="83781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3da362a4128_1_287"/>
          <p:cNvSpPr txBox="1"/>
          <p:nvPr>
            <p:ph idx="1" type="body"/>
          </p:nvPr>
        </p:nvSpPr>
        <p:spPr>
          <a:xfrm>
            <a:off x="643622" y="2206392"/>
            <a:ext cx="53541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b="1" sz="2400">
                <a:solidFill>
                  <a:srgbClr val="F3733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g3da362a4128_1_287"/>
          <p:cNvSpPr txBox="1"/>
          <p:nvPr>
            <p:ph idx="2" type="body"/>
          </p:nvPr>
        </p:nvSpPr>
        <p:spPr>
          <a:xfrm>
            <a:off x="643622" y="2932771"/>
            <a:ext cx="53541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g3da362a4128_1_287"/>
          <p:cNvSpPr txBox="1"/>
          <p:nvPr>
            <p:ph idx="3" type="body"/>
          </p:nvPr>
        </p:nvSpPr>
        <p:spPr>
          <a:xfrm>
            <a:off x="6172200" y="2206392"/>
            <a:ext cx="51831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b="1" sz="2400">
                <a:solidFill>
                  <a:srgbClr val="F3733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5" name="Google Shape;215;g3da362a4128_1_287"/>
          <p:cNvSpPr txBox="1"/>
          <p:nvPr>
            <p:ph idx="4" type="body"/>
          </p:nvPr>
        </p:nvSpPr>
        <p:spPr>
          <a:xfrm>
            <a:off x="6172200" y="2932771"/>
            <a:ext cx="51831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g3da362a4128_1_28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g3da362a4128_1_28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da362a4128_1_287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da362a4128_1_287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da362a4128_1_287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g3da362a4128_1_287"/>
          <p:cNvGrpSpPr/>
          <p:nvPr/>
        </p:nvGrpSpPr>
        <p:grpSpPr>
          <a:xfrm>
            <a:off x="4479971" y="263617"/>
            <a:ext cx="3231939" cy="721012"/>
            <a:chOff x="4280055" y="109041"/>
            <a:chExt cx="3631800" cy="810216"/>
          </a:xfrm>
        </p:grpSpPr>
        <p:sp>
          <p:nvSpPr>
            <p:cNvPr id="222" name="Google Shape;222;g3da362a4128_1_287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da362a4128_1_287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224" name="Google Shape;224;g3da362a4128_1_2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09041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g3da362a4128_1_287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226" name="Google Shape;226;g3da362a4128_1_287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da362a4128_1_287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g3da362a4128_1_287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da362a4128_1_287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a362a4128_1_266"/>
          <p:cNvSpPr/>
          <p:nvPr/>
        </p:nvSpPr>
        <p:spPr>
          <a:xfrm>
            <a:off x="-24143" y="0"/>
            <a:ext cx="653400" cy="68580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da362a4128_1_266"/>
          <p:cNvSpPr/>
          <p:nvPr/>
        </p:nvSpPr>
        <p:spPr>
          <a:xfrm flipH="1" rot="10800000">
            <a:off x="-31247" y="0"/>
            <a:ext cx="6336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da362a4128_1_266"/>
          <p:cNvSpPr txBox="1"/>
          <p:nvPr/>
        </p:nvSpPr>
        <p:spPr>
          <a:xfrm rot="-5400000">
            <a:off x="-173989" y="5138179"/>
            <a:ext cx="87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LỚP …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da362a4128_1_266"/>
          <p:cNvSpPr/>
          <p:nvPr>
            <p:ph type="ctrTitle"/>
          </p:nvPr>
        </p:nvSpPr>
        <p:spPr>
          <a:xfrm>
            <a:off x="2068594" y="2540459"/>
            <a:ext cx="8087400" cy="2387700"/>
          </a:xfrm>
          <a:prstGeom prst="roundRect">
            <a:avLst>
              <a:gd fmla="val 3901" name="adj"/>
            </a:avLst>
          </a:prstGeom>
          <a:noFill/>
          <a:ln cap="flat" cmpd="sng" w="2540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6000"/>
              <a:buFont typeface="Times New Roman"/>
              <a:buNone/>
              <a:defRPr b="1" sz="6000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g3da362a4128_1_266"/>
          <p:cNvSpPr txBox="1"/>
          <p:nvPr>
            <p:ph idx="1" type="subTitle"/>
          </p:nvPr>
        </p:nvSpPr>
        <p:spPr>
          <a:xfrm>
            <a:off x="3208587" y="964871"/>
            <a:ext cx="5807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6" name="Google Shape;236;g3da362a4128_1_266"/>
          <p:cNvSpPr txBox="1"/>
          <p:nvPr>
            <p:ph idx="10" type="dt"/>
          </p:nvPr>
        </p:nvSpPr>
        <p:spPr>
          <a:xfrm>
            <a:off x="2068594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g3da362a4128_1_266"/>
          <p:cNvSpPr txBox="1"/>
          <p:nvPr>
            <p:ph idx="11" type="ftr"/>
          </p:nvPr>
        </p:nvSpPr>
        <p:spPr>
          <a:xfrm>
            <a:off x="5268994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8" name="Google Shape;238;g3da362a4128_1_266"/>
          <p:cNvGrpSpPr/>
          <p:nvPr/>
        </p:nvGrpSpPr>
        <p:grpSpPr>
          <a:xfrm>
            <a:off x="11508323" y="243071"/>
            <a:ext cx="546160" cy="546160"/>
            <a:chOff x="11082048" y="197383"/>
            <a:chExt cx="486600" cy="486600"/>
          </a:xfrm>
        </p:grpSpPr>
        <p:sp>
          <p:nvSpPr>
            <p:cNvPr id="239" name="Google Shape;239;g3da362a4128_1_266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da362a4128_1_266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3da362a4128_1_266"/>
          <p:cNvGrpSpPr/>
          <p:nvPr/>
        </p:nvGrpSpPr>
        <p:grpSpPr>
          <a:xfrm>
            <a:off x="4496245" y="113148"/>
            <a:ext cx="3231939" cy="721012"/>
            <a:chOff x="4280055" y="63291"/>
            <a:chExt cx="3631800" cy="810216"/>
          </a:xfrm>
        </p:grpSpPr>
        <p:sp>
          <p:nvSpPr>
            <p:cNvPr id="242" name="Google Shape;242;g3da362a4128_1_266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da362a4128_1_266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244" name="Google Shape;244;g3da362a4128_1_2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6241" y="63291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g3da362a4128_1_266"/>
          <p:cNvSpPr txBox="1"/>
          <p:nvPr>
            <p:ph idx="2" type="body"/>
          </p:nvPr>
        </p:nvSpPr>
        <p:spPr>
          <a:xfrm>
            <a:off x="3208587" y="1399088"/>
            <a:ext cx="58074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g3da362a4128_1_266"/>
          <p:cNvSpPr txBox="1"/>
          <p:nvPr>
            <p:ph idx="3" type="body"/>
          </p:nvPr>
        </p:nvSpPr>
        <p:spPr>
          <a:xfrm>
            <a:off x="2068594" y="5542055"/>
            <a:ext cx="8087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g3da362a4128_1_266"/>
          <p:cNvSpPr/>
          <p:nvPr>
            <p:ph idx="4" type="body"/>
          </p:nvPr>
        </p:nvSpPr>
        <p:spPr>
          <a:xfrm>
            <a:off x="3746557" y="2166938"/>
            <a:ext cx="2365800" cy="3810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6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g3da362a4128_1_266"/>
          <p:cNvSpPr/>
          <p:nvPr>
            <p:ph idx="5" type="body"/>
          </p:nvPr>
        </p:nvSpPr>
        <p:spPr>
          <a:xfrm>
            <a:off x="6112274" y="4926551"/>
            <a:ext cx="3388200" cy="3810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6" scaled="0"/>
          </a:gradFill>
          <a:ln>
            <a:noFill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g3da362a4128_1_266"/>
          <p:cNvSpPr txBox="1"/>
          <p:nvPr>
            <p:ph idx="12" type="sldNum"/>
          </p:nvPr>
        </p:nvSpPr>
        <p:spPr>
          <a:xfrm>
            <a:off x="10409692" y="33357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g3da362a4128_1_266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a362a4128_1_3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da362a4128_1_3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g3da362a4128_1_3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a362a4128_1_311"/>
          <p:cNvSpPr txBox="1"/>
          <p:nvPr>
            <p:ph type="title"/>
          </p:nvPr>
        </p:nvSpPr>
        <p:spPr>
          <a:xfrm>
            <a:off x="1926022" y="1049992"/>
            <a:ext cx="83376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g3da362a4128_1_311"/>
          <p:cNvSpPr txBox="1"/>
          <p:nvPr>
            <p:ph idx="1" type="body"/>
          </p:nvPr>
        </p:nvSpPr>
        <p:spPr>
          <a:xfrm>
            <a:off x="1033164" y="2331225"/>
            <a:ext cx="105156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g3da362a4128_1_311"/>
          <p:cNvSpPr txBox="1"/>
          <p:nvPr>
            <p:ph idx="10" type="dt"/>
          </p:nvPr>
        </p:nvSpPr>
        <p:spPr>
          <a:xfrm>
            <a:off x="1033164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g3da362a4128_1_311"/>
          <p:cNvSpPr txBox="1"/>
          <p:nvPr>
            <p:ph idx="11" type="ftr"/>
          </p:nvPr>
        </p:nvSpPr>
        <p:spPr>
          <a:xfrm>
            <a:off x="4233564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g3da362a4128_1_311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da362a4128_1_311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da362a4128_1_311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g3da362a4128_1_311"/>
          <p:cNvGrpSpPr/>
          <p:nvPr/>
        </p:nvGrpSpPr>
        <p:grpSpPr>
          <a:xfrm>
            <a:off x="4479971" y="254598"/>
            <a:ext cx="3231939" cy="721012"/>
            <a:chOff x="4280055" y="98907"/>
            <a:chExt cx="3631800" cy="810216"/>
          </a:xfrm>
        </p:grpSpPr>
        <p:sp>
          <p:nvSpPr>
            <p:cNvPr id="264" name="Google Shape;264;g3da362a4128_1_311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g3da362a4128_1_311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266" name="Google Shape;266;g3da362a4128_1_3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98907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" name="Google Shape;267;g3da362a4128_1_311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268" name="Google Shape;268;g3da362a4128_1_311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da362a4128_1_311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g3da362a4128_1_311"/>
          <p:cNvSpPr txBox="1"/>
          <p:nvPr>
            <p:ph idx="12" type="sldNum"/>
          </p:nvPr>
        </p:nvSpPr>
        <p:spPr>
          <a:xfrm>
            <a:off x="10422944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g3da362a4128_1_311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a362a4128_1_328"/>
          <p:cNvSpPr/>
          <p:nvPr/>
        </p:nvSpPr>
        <p:spPr>
          <a:xfrm>
            <a:off x="1136821" y="1450428"/>
            <a:ext cx="10210500" cy="4289700"/>
          </a:xfrm>
          <a:prstGeom prst="roundRect">
            <a:avLst>
              <a:gd fmla="val 2701" name="adj"/>
            </a:avLst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da362a4128_1_328"/>
          <p:cNvSpPr/>
          <p:nvPr/>
        </p:nvSpPr>
        <p:spPr>
          <a:xfrm>
            <a:off x="1136821" y="1450428"/>
            <a:ext cx="10210500" cy="4289700"/>
          </a:xfrm>
          <a:prstGeom prst="roundRect">
            <a:avLst>
              <a:gd fmla="val 2701" name="adj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da362a4128_1_328"/>
          <p:cNvSpPr txBox="1"/>
          <p:nvPr>
            <p:ph idx="10" type="dt"/>
          </p:nvPr>
        </p:nvSpPr>
        <p:spPr>
          <a:xfrm>
            <a:off x="4236403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g3da362a4128_1_328"/>
          <p:cNvSpPr txBox="1"/>
          <p:nvPr>
            <p:ph idx="11" type="ftr"/>
          </p:nvPr>
        </p:nvSpPr>
        <p:spPr>
          <a:xfrm>
            <a:off x="723265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g3da362a4128_1_328"/>
          <p:cNvSpPr/>
          <p:nvPr/>
        </p:nvSpPr>
        <p:spPr>
          <a:xfrm>
            <a:off x="-24142" y="0"/>
            <a:ext cx="657900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12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da362a4128_1_328"/>
          <p:cNvSpPr txBox="1"/>
          <p:nvPr/>
        </p:nvSpPr>
        <p:spPr>
          <a:xfrm rot="-5400000">
            <a:off x="-1232958" y="4998555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g3da362a4128_1_328"/>
          <p:cNvGrpSpPr/>
          <p:nvPr/>
        </p:nvGrpSpPr>
        <p:grpSpPr>
          <a:xfrm>
            <a:off x="4479971" y="170766"/>
            <a:ext cx="3231939" cy="721012"/>
            <a:chOff x="4280055" y="128038"/>
            <a:chExt cx="3631800" cy="810216"/>
          </a:xfrm>
        </p:grpSpPr>
        <p:sp>
          <p:nvSpPr>
            <p:cNvPr id="280" name="Google Shape;280;g3da362a4128_1_328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da362a4128_1_328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282" name="Google Shape;282;g3da362a4128_1_3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6241" y="128038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3" name="Google Shape;283;g3da362a4128_1_328"/>
          <p:cNvGrpSpPr/>
          <p:nvPr/>
        </p:nvGrpSpPr>
        <p:grpSpPr>
          <a:xfrm>
            <a:off x="11508323" y="243071"/>
            <a:ext cx="546160" cy="546160"/>
            <a:chOff x="11082048" y="197383"/>
            <a:chExt cx="486600" cy="486600"/>
          </a:xfrm>
        </p:grpSpPr>
        <p:sp>
          <p:nvSpPr>
            <p:cNvPr id="284" name="Google Shape;284;g3da362a4128_1_328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da362a4128_1_328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" name="Google Shape;286;g3da362a4128_1_328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g3da362a4128_1_328"/>
          <p:cNvSpPr txBox="1"/>
          <p:nvPr>
            <p:ph type="title"/>
          </p:nvPr>
        </p:nvSpPr>
        <p:spPr>
          <a:xfrm>
            <a:off x="1653362" y="2425382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imes New Roman"/>
              <a:buNone/>
              <a:defRPr b="1"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g3da362a4128_1_328"/>
          <p:cNvSpPr txBox="1"/>
          <p:nvPr>
            <p:ph idx="1" type="body"/>
          </p:nvPr>
        </p:nvSpPr>
        <p:spPr>
          <a:xfrm>
            <a:off x="1653362" y="4108231"/>
            <a:ext cx="55647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9" name="Google Shape;289;g3da362a4128_1_328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da362a4128_1_328"/>
          <p:cNvSpPr/>
          <p:nvPr/>
        </p:nvSpPr>
        <p:spPr>
          <a:xfrm flipH="1" rot="10800000">
            <a:off x="-2192" y="-2696"/>
            <a:ext cx="633600" cy="6858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a362a4128_1_347"/>
          <p:cNvSpPr txBox="1"/>
          <p:nvPr>
            <p:ph type="title"/>
          </p:nvPr>
        </p:nvSpPr>
        <p:spPr>
          <a:xfrm>
            <a:off x="1834325" y="1077048"/>
            <a:ext cx="83256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g3da362a4128_1_347"/>
          <p:cNvSpPr txBox="1"/>
          <p:nvPr>
            <p:ph idx="1" type="body"/>
          </p:nvPr>
        </p:nvSpPr>
        <p:spPr>
          <a:xfrm>
            <a:off x="643622" y="2324773"/>
            <a:ext cx="5181600" cy="3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g3da362a4128_1_347"/>
          <p:cNvSpPr txBox="1"/>
          <p:nvPr>
            <p:ph idx="2" type="body"/>
          </p:nvPr>
        </p:nvSpPr>
        <p:spPr>
          <a:xfrm>
            <a:off x="6172200" y="2324773"/>
            <a:ext cx="5181600" cy="3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5" name="Google Shape;295;g3da362a4128_1_34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g3da362a4128_1_34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g3da362a4128_1_347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da362a4128_1_347"/>
          <p:cNvSpPr/>
          <p:nvPr/>
        </p:nvSpPr>
        <p:spPr>
          <a:xfrm flipH="1" rot="-5400000">
            <a:off x="5778970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da362a4128_1_347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g3da362a4128_1_347"/>
          <p:cNvGrpSpPr/>
          <p:nvPr/>
        </p:nvGrpSpPr>
        <p:grpSpPr>
          <a:xfrm>
            <a:off x="4479971" y="305287"/>
            <a:ext cx="3231939" cy="721012"/>
            <a:chOff x="4280055" y="155868"/>
            <a:chExt cx="3631800" cy="810216"/>
          </a:xfrm>
        </p:grpSpPr>
        <p:sp>
          <p:nvSpPr>
            <p:cNvPr id="301" name="Google Shape;301;g3da362a4128_1_347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g3da362a4128_1_347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03" name="Google Shape;303;g3da362a4128_1_3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6" y="155868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" name="Google Shape;304;g3da362a4128_1_347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05" name="Google Shape;305;g3da362a4128_1_347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da362a4128_1_347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" name="Google Shape;307;g3da362a4128_1_347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da362a4128_1_347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a362a4128_1_365"/>
          <p:cNvSpPr txBox="1"/>
          <p:nvPr>
            <p:ph type="title"/>
          </p:nvPr>
        </p:nvSpPr>
        <p:spPr>
          <a:xfrm>
            <a:off x="1915219" y="1180710"/>
            <a:ext cx="8354100" cy="10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g3da362a4128_1_36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g3da362a4128_1_36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g3da362a4128_1_365"/>
          <p:cNvSpPr/>
          <p:nvPr/>
        </p:nvSpPr>
        <p:spPr>
          <a:xfrm rot="5400000">
            <a:off x="5776570" y="-5767730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da362a4128_1_365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da362a4128_1_365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g3da362a4128_1_365"/>
          <p:cNvGrpSpPr/>
          <p:nvPr/>
        </p:nvGrpSpPr>
        <p:grpSpPr>
          <a:xfrm>
            <a:off x="4479971" y="271046"/>
            <a:ext cx="3231939" cy="721012"/>
            <a:chOff x="4280055" y="117389"/>
            <a:chExt cx="3631800" cy="810216"/>
          </a:xfrm>
        </p:grpSpPr>
        <p:sp>
          <p:nvSpPr>
            <p:cNvPr id="317" name="Google Shape;317;g3da362a4128_1_365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da362a4128_1_365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19" name="Google Shape;319;g3da362a4128_1_3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2060" y="117389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0" name="Google Shape;320;g3da362a4128_1_365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21" name="Google Shape;321;g3da362a4128_1_365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da362a4128_1_365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g3da362a4128_1_365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da362a4128_1_365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a362a4128_1_381"/>
          <p:cNvSpPr txBox="1"/>
          <p:nvPr>
            <p:ph type="title"/>
          </p:nvPr>
        </p:nvSpPr>
        <p:spPr>
          <a:xfrm>
            <a:off x="643622" y="2219488"/>
            <a:ext cx="41283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b="1" sz="3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g3da362a4128_1_381"/>
          <p:cNvSpPr txBox="1"/>
          <p:nvPr>
            <p:ph idx="1" type="body"/>
          </p:nvPr>
        </p:nvSpPr>
        <p:spPr>
          <a:xfrm>
            <a:off x="5183188" y="1072493"/>
            <a:ext cx="6172200" cy="47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28" name="Google Shape;328;g3da362a4128_1_381"/>
          <p:cNvSpPr txBox="1"/>
          <p:nvPr>
            <p:ph idx="2" type="body"/>
          </p:nvPr>
        </p:nvSpPr>
        <p:spPr>
          <a:xfrm>
            <a:off x="643622" y="3724507"/>
            <a:ext cx="4128300" cy="21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29" name="Google Shape;329;g3da362a4128_1_38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g3da362a4128_1_38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g3da362a4128_1_381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da362a4128_1_381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da362a4128_1_381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" name="Google Shape;334;g3da362a4128_1_381"/>
          <p:cNvGrpSpPr/>
          <p:nvPr/>
        </p:nvGrpSpPr>
        <p:grpSpPr>
          <a:xfrm>
            <a:off x="4479971" y="264096"/>
            <a:ext cx="3231939" cy="721012"/>
            <a:chOff x="4280055" y="109580"/>
            <a:chExt cx="3631800" cy="810216"/>
          </a:xfrm>
        </p:grpSpPr>
        <p:sp>
          <p:nvSpPr>
            <p:cNvPr id="335" name="Google Shape;335;g3da362a4128_1_381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da362a4128_1_381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37" name="Google Shape;337;g3da362a4128_1_3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09580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8" name="Google Shape;338;g3da362a4128_1_381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39" name="Google Shape;339;g3da362a4128_1_381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g3da362a4128_1_381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g3da362a4128_1_381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da362a4128_1_381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a362a4128_1_399"/>
          <p:cNvSpPr/>
          <p:nvPr>
            <p:ph idx="2" type="pic"/>
          </p:nvPr>
        </p:nvSpPr>
        <p:spPr>
          <a:xfrm>
            <a:off x="5183188" y="1072493"/>
            <a:ext cx="6172200" cy="4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g3da362a4128_1_39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g3da362a4128_1_39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g3da362a4128_1_399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da362a4128_1_399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da362a4128_1_399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" name="Google Shape;350;g3da362a4128_1_399"/>
          <p:cNvGrpSpPr/>
          <p:nvPr/>
        </p:nvGrpSpPr>
        <p:grpSpPr>
          <a:xfrm>
            <a:off x="4479971" y="233020"/>
            <a:ext cx="3231939" cy="721012"/>
            <a:chOff x="4280055" y="74659"/>
            <a:chExt cx="3631800" cy="810216"/>
          </a:xfrm>
        </p:grpSpPr>
        <p:sp>
          <p:nvSpPr>
            <p:cNvPr id="351" name="Google Shape;351;g3da362a4128_1_399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da362a4128_1_399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53" name="Google Shape;353;g3da362a4128_1_3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74659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4" name="Google Shape;354;g3da362a4128_1_399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55" name="Google Shape;355;g3da362a4128_1_399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da362a4128_1_399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g3da362a4128_1_399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da362a4128_1_399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g3da362a4128_1_399"/>
          <p:cNvSpPr txBox="1"/>
          <p:nvPr>
            <p:ph type="title"/>
          </p:nvPr>
        </p:nvSpPr>
        <p:spPr>
          <a:xfrm>
            <a:off x="643622" y="2219488"/>
            <a:ext cx="41283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b="1" sz="3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g3da362a4128_1_399"/>
          <p:cNvSpPr txBox="1"/>
          <p:nvPr>
            <p:ph idx="1" type="body"/>
          </p:nvPr>
        </p:nvSpPr>
        <p:spPr>
          <a:xfrm>
            <a:off x="643622" y="3724507"/>
            <a:ext cx="4128300" cy="21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a362a4128_1_417"/>
          <p:cNvSpPr txBox="1"/>
          <p:nvPr>
            <p:ph type="title"/>
          </p:nvPr>
        </p:nvSpPr>
        <p:spPr>
          <a:xfrm>
            <a:off x="3028100" y="1097482"/>
            <a:ext cx="83256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g3da362a4128_1_417"/>
          <p:cNvSpPr txBox="1"/>
          <p:nvPr>
            <p:ph idx="1" type="body"/>
          </p:nvPr>
        </p:nvSpPr>
        <p:spPr>
          <a:xfrm rot="5400000">
            <a:off x="4072501" y="-1104226"/>
            <a:ext cx="3852300" cy="107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4" name="Google Shape;364;g3da362a4128_1_4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g3da362a4128_1_4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g3da362a4128_1_417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da362a4128_1_417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da362a4128_1_417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9" name="Google Shape;369;g3da362a4128_1_417"/>
          <p:cNvGrpSpPr/>
          <p:nvPr/>
        </p:nvGrpSpPr>
        <p:grpSpPr>
          <a:xfrm>
            <a:off x="4479971" y="286231"/>
            <a:ext cx="3231939" cy="721012"/>
            <a:chOff x="4280055" y="134453"/>
            <a:chExt cx="3631800" cy="810216"/>
          </a:xfrm>
        </p:grpSpPr>
        <p:sp>
          <p:nvSpPr>
            <p:cNvPr id="370" name="Google Shape;370;g3da362a4128_1_417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3da362a4128_1_417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72" name="Google Shape;372;g3da362a4128_1_4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34453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3" name="Google Shape;373;g3da362a4128_1_417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74" name="Google Shape;374;g3da362a4128_1_417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3da362a4128_1_417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6" name="Google Shape;376;g3da362a4128_1_417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da362a4128_1_417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a362a4128_1_434"/>
          <p:cNvSpPr txBox="1"/>
          <p:nvPr>
            <p:ph type="title"/>
          </p:nvPr>
        </p:nvSpPr>
        <p:spPr>
          <a:xfrm rot="5400000">
            <a:off x="7396800" y="2219995"/>
            <a:ext cx="52851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g3da362a4128_1_434"/>
          <p:cNvSpPr txBox="1"/>
          <p:nvPr>
            <p:ph idx="1" type="body"/>
          </p:nvPr>
        </p:nvSpPr>
        <p:spPr>
          <a:xfrm rot="5400000">
            <a:off x="2634601" y="239143"/>
            <a:ext cx="3946800" cy="79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g3da362a4128_1_43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g3da362a4128_1_43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g3da362a4128_1_434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da362a4128_1_434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da362a4128_1_434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g3da362a4128_1_434"/>
          <p:cNvGrpSpPr/>
          <p:nvPr/>
        </p:nvGrpSpPr>
        <p:grpSpPr>
          <a:xfrm>
            <a:off x="4479971" y="254598"/>
            <a:ext cx="3231939" cy="721012"/>
            <a:chOff x="4280055" y="98907"/>
            <a:chExt cx="3631800" cy="810216"/>
          </a:xfrm>
        </p:grpSpPr>
        <p:sp>
          <p:nvSpPr>
            <p:cNvPr id="387" name="Google Shape;387;g3da362a4128_1_434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da362a4128_1_434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89" name="Google Shape;389;g3da362a4128_1_4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98907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0" name="Google Shape;390;g3da362a4128_1_434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91" name="Google Shape;391;g3da362a4128_1_434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da362a4128_1_434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3" name="Google Shape;393;g3da362a4128_1_434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da362a4128_1_434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/>
        </p:nvSpPr>
        <p:spPr>
          <a:xfrm>
            <a:off x="0" y="-1543110"/>
            <a:ext cx="1219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  <a:endParaRPr b="0" i="0" sz="2000" u="none" cap="none" strike="noStrike">
              <a:solidFill>
                <a:srgbClr val="C3C3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5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a362a4128_1_258"/>
          <p:cNvSpPr txBox="1"/>
          <p:nvPr/>
        </p:nvSpPr>
        <p:spPr>
          <a:xfrm>
            <a:off x="0" y="-1543110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  <a:endParaRPr b="0" i="0" sz="2000" u="none" cap="none" strike="noStrike">
              <a:solidFill>
                <a:srgbClr val="C3C3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da362a4128_1_2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g3da362a4128_1_25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6" name="Google Shape;206;g3da362a4128_1_25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g3da362a4128_1_25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g3da362a4128_1_2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g3da362a4128_1_258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"/>
          <p:cNvSpPr/>
          <p:nvPr>
            <p:ph type="ctrTitle"/>
          </p:nvPr>
        </p:nvSpPr>
        <p:spPr>
          <a:xfrm>
            <a:off x="1544725" y="2348526"/>
            <a:ext cx="9481500" cy="2910000"/>
          </a:xfrm>
          <a:prstGeom prst="roundRect">
            <a:avLst>
              <a:gd fmla="val 3901" name="adj"/>
            </a:avLst>
          </a:prstGeom>
          <a:noFill/>
          <a:ln cap="flat" cmpd="sng" w="2540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860"/>
              <a:buFont typeface="Times New Roman"/>
              <a:buNone/>
            </a:pPr>
            <a:r>
              <a:rPr lang="en-US" sz="4960"/>
              <a:t>TÌM HIỂU THIẾT KẾ HỆ THỐNG XỬ LÝ ĐA LÕI RISC-V</a:t>
            </a:r>
            <a:endParaRPr sz="4960"/>
          </a:p>
        </p:txBody>
      </p:sp>
      <p:sp>
        <p:nvSpPr>
          <p:cNvPr id="400" name="Google Shape;400;p1"/>
          <p:cNvSpPr txBox="1"/>
          <p:nvPr>
            <p:ph idx="1" type="subTitle"/>
          </p:nvPr>
        </p:nvSpPr>
        <p:spPr>
          <a:xfrm>
            <a:off x="3208587" y="964871"/>
            <a:ext cx="5807374" cy="434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KHOA KĨ THUẬT MÁY TÍNH</a:t>
            </a:r>
            <a:endParaRPr b="1"/>
          </a:p>
        </p:txBody>
      </p:sp>
      <p:sp>
        <p:nvSpPr>
          <p:cNvPr id="401" name="Google Shape;401;p1"/>
          <p:cNvSpPr txBox="1"/>
          <p:nvPr>
            <p:ph idx="2" type="body"/>
          </p:nvPr>
        </p:nvSpPr>
        <p:spPr>
          <a:xfrm>
            <a:off x="3208625" y="1307700"/>
            <a:ext cx="57288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LỚP CE410.Q21</a:t>
            </a:r>
            <a:endParaRPr/>
          </a:p>
        </p:txBody>
      </p:sp>
      <p:sp>
        <p:nvSpPr>
          <p:cNvPr id="402" name="Google Shape;402;p1"/>
          <p:cNvSpPr txBox="1"/>
          <p:nvPr>
            <p:ph idx="3" type="body"/>
          </p:nvPr>
        </p:nvSpPr>
        <p:spPr>
          <a:xfrm>
            <a:off x="2068604" y="5901884"/>
            <a:ext cx="80874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Trường đại học Công Nghệ Thông Tin – ĐHQG Thành phố Hồ Chí Minh</a:t>
            </a:r>
            <a:endParaRPr/>
          </a:p>
        </p:txBody>
      </p:sp>
      <p:sp>
        <p:nvSpPr>
          <p:cNvPr id="403" name="Google Shape;403;p1"/>
          <p:cNvSpPr/>
          <p:nvPr>
            <p:ph idx="4" type="body"/>
          </p:nvPr>
        </p:nvSpPr>
        <p:spPr>
          <a:xfrm>
            <a:off x="2068600" y="1834275"/>
            <a:ext cx="2979000" cy="5142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Báo cáo tiến độ Đợt 1</a:t>
            </a:r>
            <a:endParaRPr/>
          </a:p>
        </p:txBody>
      </p:sp>
      <p:sp>
        <p:nvSpPr>
          <p:cNvPr id="404" name="Google Shape;404;p1"/>
          <p:cNvSpPr/>
          <p:nvPr>
            <p:ph idx="5" type="body"/>
          </p:nvPr>
        </p:nvSpPr>
        <p:spPr>
          <a:xfrm>
            <a:off x="7738249" y="5175000"/>
            <a:ext cx="2653500" cy="5142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      Nhóm Nguyên Phát</a:t>
            </a:r>
            <a:endParaRPr/>
          </a:p>
        </p:txBody>
      </p:sp>
      <p:sp>
        <p:nvSpPr>
          <p:cNvPr id="405" name="Google Shape;405;p1"/>
          <p:cNvSpPr/>
          <p:nvPr/>
        </p:nvSpPr>
        <p:spPr>
          <a:xfrm rot="-5400000">
            <a:off x="-124471" y="5219933"/>
            <a:ext cx="843316" cy="320039"/>
          </a:xfrm>
          <a:prstGeom prst="rect">
            <a:avLst/>
          </a:prstGeom>
          <a:gradFill>
            <a:gsLst>
              <a:gs pos="0">
                <a:srgbClr val="21866A"/>
              </a:gs>
              <a:gs pos="100000">
                <a:srgbClr val="14755B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"/>
          <p:cNvSpPr txBox="1"/>
          <p:nvPr/>
        </p:nvSpPr>
        <p:spPr>
          <a:xfrm>
            <a:off x="11551900" y="321775"/>
            <a:ext cx="44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"/>
          <p:cNvSpPr/>
          <p:nvPr>
            <p:ph idx="5" type="body"/>
          </p:nvPr>
        </p:nvSpPr>
        <p:spPr>
          <a:xfrm>
            <a:off x="1960075" y="5175025"/>
            <a:ext cx="3836700" cy="4371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6" scaled="0"/>
          </a:gradFill>
          <a:ln>
            <a:noFill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80"/>
              <a:buNone/>
            </a:pPr>
            <a:r>
              <a:rPr lang="en-US" sz="1480"/>
              <a:t>Giảng viên Hướng dẫn: ThS. Tạ Trí </a:t>
            </a:r>
            <a:r>
              <a:rPr lang="en-US" sz="1480"/>
              <a:t>Đức</a:t>
            </a:r>
            <a:endParaRPr sz="1480"/>
          </a:p>
        </p:txBody>
      </p:sp>
      <p:pic>
        <p:nvPicPr>
          <p:cNvPr id="408" name="Google Shape;408;p1" title="qrcode_331779804_94097b4523a82b7dcd1079e689506df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3761" y="233700"/>
            <a:ext cx="2043725" cy="2043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6e57a8e1e_6_0"/>
          <p:cNvSpPr txBox="1"/>
          <p:nvPr>
            <p:ph type="title"/>
          </p:nvPr>
        </p:nvSpPr>
        <p:spPr>
          <a:xfrm>
            <a:off x="911555" y="1081153"/>
            <a:ext cx="4466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</a:pPr>
            <a:r>
              <a:rPr lang="en-US" sz="3600"/>
              <a:t>Nội dung trình bày:</a:t>
            </a:r>
            <a:endParaRPr b="0" i="1" sz="3600">
              <a:solidFill>
                <a:schemeClr val="dk1"/>
              </a:solidFill>
            </a:endParaRPr>
          </a:p>
        </p:txBody>
      </p:sp>
      <p:sp>
        <p:nvSpPr>
          <p:cNvPr id="414" name="Google Shape;414;g3a6e57a8e1e_6_0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  <p:sp>
        <p:nvSpPr>
          <p:cNvPr id="415" name="Google Shape;415;g3a6e57a8e1e_6_0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g3a6e57a8e1e_6_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March 2026</a:t>
            </a:r>
            <a:endParaRPr/>
          </a:p>
        </p:txBody>
      </p:sp>
      <p:sp>
        <p:nvSpPr>
          <p:cNvPr id="417" name="Google Shape;417;g3a6e57a8e1e_6_0"/>
          <p:cNvSpPr txBox="1"/>
          <p:nvPr/>
        </p:nvSpPr>
        <p:spPr>
          <a:xfrm>
            <a:off x="911550" y="1976025"/>
            <a:ext cx="5502300" cy="26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-380746" lvl="0" marL="45720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rgbClr val="000000"/>
              </a:buClr>
              <a:buSzPts val="2396"/>
              <a:buFont typeface="Times New Roman"/>
              <a:buAutoNum type="arabicPeriod"/>
            </a:pPr>
            <a:r>
              <a:rPr b="1" i="0" lang="en-US" sz="23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 sách thành viên</a:t>
            </a:r>
            <a:endParaRPr b="1" i="0" sz="239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074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6"/>
              <a:buFont typeface="Times New Roman"/>
              <a:buAutoNum type="arabicPeriod"/>
            </a:pPr>
            <a:r>
              <a:rPr b="1" lang="en-US" sz="2396">
                <a:latin typeface="Times New Roman"/>
                <a:ea typeface="Times New Roman"/>
                <a:cs typeface="Times New Roman"/>
                <a:sym typeface="Times New Roman"/>
              </a:rPr>
              <a:t>Đặt vấn đề &amp; Mục tiêu</a:t>
            </a:r>
            <a:r>
              <a:rPr b="1" i="0" lang="en-US" sz="23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endParaRPr b="1" i="0" sz="239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074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6"/>
              <a:buFont typeface="Times New Roman"/>
              <a:buAutoNum type="arabicPeriod"/>
            </a:pPr>
            <a:r>
              <a:rPr b="1" lang="en-US" sz="2396">
                <a:latin typeface="Times New Roman"/>
                <a:ea typeface="Times New Roman"/>
                <a:cs typeface="Times New Roman"/>
                <a:sym typeface="Times New Roman"/>
              </a:rPr>
              <a:t>Chốt Kiến trúc Hệ thống</a:t>
            </a:r>
            <a:endParaRPr b="1" i="0" sz="239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074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6"/>
              <a:buFont typeface="Times New Roman"/>
              <a:buAutoNum type="arabicPeriod"/>
            </a:pPr>
            <a:r>
              <a:rPr b="1" lang="en-US" sz="2396">
                <a:latin typeface="Times New Roman"/>
                <a:ea typeface="Times New Roman"/>
                <a:cs typeface="Times New Roman"/>
                <a:sym typeface="Times New Roman"/>
              </a:rPr>
              <a:t>Nút thắt cổ chai: Xung đột cấu trúc</a:t>
            </a:r>
            <a:endParaRPr b="1" i="0" sz="239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074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6"/>
              <a:buFont typeface="Times New Roman"/>
              <a:buAutoNum type="arabicPeriod"/>
            </a:pPr>
            <a:r>
              <a:rPr b="1" lang="en-US" sz="2396">
                <a:latin typeface="Times New Roman"/>
                <a:ea typeface="Times New Roman"/>
                <a:cs typeface="Times New Roman"/>
                <a:sym typeface="Times New Roman"/>
              </a:rPr>
              <a:t>Giải pháp thiết kế</a:t>
            </a:r>
            <a:endParaRPr b="1" i="0" sz="239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074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6"/>
              <a:buFont typeface="Times New Roman"/>
              <a:buAutoNum type="arabicPeriod"/>
            </a:pPr>
            <a:r>
              <a:rPr b="1" lang="en-US" sz="2396">
                <a:latin typeface="Times New Roman"/>
                <a:ea typeface="Times New Roman"/>
                <a:cs typeface="Times New Roman"/>
                <a:sym typeface="Times New Roman"/>
              </a:rPr>
              <a:t>Tiến độ thực hành</a:t>
            </a:r>
            <a:endParaRPr b="1" sz="23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074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96"/>
              <a:buFont typeface="Times New Roman"/>
              <a:buAutoNum type="arabicPeriod"/>
            </a:pPr>
            <a:r>
              <a:rPr b="1" lang="en-US" sz="2396">
                <a:latin typeface="Times New Roman"/>
                <a:ea typeface="Times New Roman"/>
                <a:cs typeface="Times New Roman"/>
                <a:sym typeface="Times New Roman"/>
              </a:rPr>
              <a:t>Kế hoạch đợt tiếp theo</a:t>
            </a:r>
            <a:endParaRPr b="1" sz="239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cd6775a01_0_8"/>
          <p:cNvSpPr txBox="1"/>
          <p:nvPr>
            <p:ph type="title"/>
          </p:nvPr>
        </p:nvSpPr>
        <p:spPr>
          <a:xfrm>
            <a:off x="1653362" y="2425382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1. Danh sách thành viên</a:t>
            </a:r>
            <a:endParaRPr/>
          </a:p>
        </p:txBody>
      </p:sp>
      <p:sp>
        <p:nvSpPr>
          <p:cNvPr id="424" name="Google Shape;424;g3dcd6775a01_0_8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25" name="Google Shape;425;g3dcd6775a01_0_8"/>
          <p:cNvSpPr txBox="1"/>
          <p:nvPr>
            <p:ph idx="1" type="body"/>
          </p:nvPr>
        </p:nvSpPr>
        <p:spPr>
          <a:xfrm>
            <a:off x="1653362" y="4108231"/>
            <a:ext cx="55647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a362a4128_1_232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g3da362a4128_1_2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 March 2026</a:t>
            </a:r>
            <a:endParaRPr/>
          </a:p>
        </p:txBody>
      </p:sp>
      <p:sp>
        <p:nvSpPr>
          <p:cNvPr id="432" name="Google Shape;432;g3da362a4128_1_232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  <p:sp>
        <p:nvSpPr>
          <p:cNvPr id="433" name="Google Shape;433;g3da362a4128_1_232"/>
          <p:cNvSpPr txBox="1"/>
          <p:nvPr/>
        </p:nvSpPr>
        <p:spPr>
          <a:xfrm>
            <a:off x="1106310" y="1489150"/>
            <a:ext cx="50043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650" lIns="119350" spcFirstLastPara="1" rIns="119350" wrap="square" tIns="5965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1"/>
              <a:buFont typeface="Arial"/>
              <a:buNone/>
            </a:pPr>
            <a:r>
              <a:rPr b="0" i="0" lang="en-US" sz="326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Đình Nhật Nguyên</a:t>
            </a:r>
            <a:endParaRPr b="0" i="0" sz="3263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1"/>
              <a:buFont typeface="Arial"/>
              <a:buNone/>
            </a:pPr>
            <a:r>
              <a:rPr b="0" i="1" lang="en-US" sz="2741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23521043</a:t>
            </a:r>
            <a:endParaRPr b="0" i="1" sz="2741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4" name="Google Shape;434;g3da362a4128_1_232" title="Nguyên.png"/>
          <p:cNvPicPr preferRelativeResize="0"/>
          <p:nvPr/>
        </p:nvPicPr>
        <p:blipFill rotWithShape="1">
          <a:blip r:embed="rId3">
            <a:alphaModFix/>
          </a:blip>
          <a:srcRect b="0" l="-4954" r="0" t="0"/>
          <a:stretch/>
        </p:blipFill>
        <p:spPr>
          <a:xfrm>
            <a:off x="2194475" y="3296425"/>
            <a:ext cx="2827975" cy="269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da362a4128_1_232"/>
          <p:cNvSpPr txBox="1"/>
          <p:nvPr/>
        </p:nvSpPr>
        <p:spPr>
          <a:xfrm>
            <a:off x="7450229" y="1429179"/>
            <a:ext cx="3169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650" lIns="119350" spcFirstLastPara="1" rIns="119350" wrap="square" tIns="5965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1"/>
              <a:buFont typeface="Arial"/>
              <a:buNone/>
            </a:pPr>
            <a:r>
              <a:rPr lang="en-US" sz="3263">
                <a:latin typeface="Times New Roman"/>
                <a:ea typeface="Times New Roman"/>
                <a:cs typeface="Times New Roman"/>
                <a:sym typeface="Times New Roman"/>
              </a:rPr>
              <a:t>Lê Hưng Phát</a:t>
            </a:r>
            <a:endParaRPr b="0" i="0" sz="3263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1"/>
              <a:buFont typeface="Arial"/>
              <a:buNone/>
            </a:pPr>
            <a:r>
              <a:rPr b="0" i="1" lang="en-US" sz="2741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23521</a:t>
            </a:r>
            <a:r>
              <a:rPr i="1" lang="en-US" sz="2741">
                <a:latin typeface="Times New Roman"/>
                <a:ea typeface="Times New Roman"/>
                <a:cs typeface="Times New Roman"/>
                <a:sym typeface="Times New Roman"/>
              </a:rPr>
              <a:t>139</a:t>
            </a:r>
            <a:endParaRPr b="0" i="1" sz="2741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6" name="Google Shape;436;g3da362a4128_1_232" title="Nháp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1700" y="3240563"/>
            <a:ext cx="2806262" cy="2806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dcd6775a01_0_15"/>
          <p:cNvSpPr txBox="1"/>
          <p:nvPr>
            <p:ph type="title"/>
          </p:nvPr>
        </p:nvSpPr>
        <p:spPr>
          <a:xfrm>
            <a:off x="1653362" y="2425382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2. </a:t>
            </a:r>
            <a:r>
              <a:rPr lang="en-US"/>
              <a:t>Đặt vấn đề &amp; Mục tiêu</a:t>
            </a:r>
            <a:endParaRPr/>
          </a:p>
        </p:txBody>
      </p:sp>
      <p:sp>
        <p:nvSpPr>
          <p:cNvPr id="443" name="Google Shape;443;g3dcd6775a01_0_15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a362a4128_0_0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0" name="Google Shape;450;g3da362a4128_0_0"/>
          <p:cNvSpPr txBox="1"/>
          <p:nvPr/>
        </p:nvSpPr>
        <p:spPr>
          <a:xfrm>
            <a:off x="332975" y="1042600"/>
            <a:ext cx="6446700" cy="54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Vấn đề: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CPU đơn lõi đã chạm “Bức tường năng lượng” (Power Wall).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Tăng xung nhịp sinh ra quá nhiều nhiệt.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Giải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pháp tất yếu: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Chuyển sang Đa lõi (Multi-core) để phân tán tải, xử lý song song.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Mục tiêu của nhóm: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Tìm hiểu và thiết kế hệ thống Dual-core RISC-V (RV32I).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Giải quyết bài toán hóc búa: Chia sẻ tài nguyên bộ nhớ phần cứng.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1" name="Google Shape;451;g3da362a4128_0_0" title="Gemini_Generated_Image_aahp6taahp6taahp.png"/>
          <p:cNvPicPr preferRelativeResize="0"/>
          <p:nvPr/>
        </p:nvPicPr>
        <p:blipFill rotWithShape="1">
          <a:blip r:embed="rId3">
            <a:alphaModFix/>
          </a:blip>
          <a:srcRect b="5962" l="5324" r="4129" t="2597"/>
          <a:stretch/>
        </p:blipFill>
        <p:spPr>
          <a:xfrm>
            <a:off x="6779675" y="2369600"/>
            <a:ext cx="5123999" cy="282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cd6775a01_0_1"/>
          <p:cNvSpPr txBox="1"/>
          <p:nvPr>
            <p:ph type="title"/>
          </p:nvPr>
        </p:nvSpPr>
        <p:spPr>
          <a:xfrm>
            <a:off x="1653362" y="2425382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3. </a:t>
            </a:r>
            <a:r>
              <a:rPr lang="en-US"/>
              <a:t>Chốt Kiến trúc Hệ thống</a:t>
            </a:r>
            <a:endParaRPr/>
          </a:p>
        </p:txBody>
      </p:sp>
      <p:sp>
        <p:nvSpPr>
          <p:cNvPr id="458" name="Google Shape;458;g3dcd6775a01_0_1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ce317043b_1_6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5" name="Google Shape;465;g3dce317043b_1_6"/>
          <p:cNvSpPr txBox="1"/>
          <p:nvPr/>
        </p:nvSpPr>
        <p:spPr>
          <a:xfrm>
            <a:off x="396050" y="1071550"/>
            <a:ext cx="5344200" cy="6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Kiến trúc Lõi: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SMP (Đa xử lý đối xứng)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Hai lõi (Core 0, Core 1) hoàn toàn bình đẳng về quyền hạn.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nhân bản từ cùng một lõi RISC-V đơn chu kỳ.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 hình Bộ nhớ: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Memory (Bộ nhớ chia sẻ)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lõi có tập thanh ghi độc lập.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Dùng chung một Global Data RAM để trao đổi dữ liệu và tối ưu diện tích.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6" name="Google Shape;466;g3dce317043b_1_6"/>
          <p:cNvPicPr preferRelativeResize="0"/>
          <p:nvPr/>
        </p:nvPicPr>
        <p:blipFill rotWithShape="1">
          <a:blip r:embed="rId3">
            <a:alphaModFix/>
          </a:blip>
          <a:srcRect b="12934" l="12688" r="16153" t="26112"/>
          <a:stretch/>
        </p:blipFill>
        <p:spPr>
          <a:xfrm>
            <a:off x="6209025" y="2150025"/>
            <a:ext cx="5855100" cy="2810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38cdd7ce0_0_1"/>
          <p:cNvSpPr txBox="1"/>
          <p:nvPr>
            <p:ph type="title"/>
          </p:nvPr>
        </p:nvSpPr>
        <p:spPr>
          <a:xfrm>
            <a:off x="1653362" y="2425382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4. </a:t>
            </a:r>
            <a:r>
              <a:rPr lang="en-US"/>
              <a:t>Nút thắt cổ chai: Xung đột cấu trúc</a:t>
            </a:r>
            <a:endParaRPr/>
          </a:p>
        </p:txBody>
      </p:sp>
      <p:sp>
        <p:nvSpPr>
          <p:cNvPr id="473" name="Google Shape;473;g3d38cdd7ce0_0_1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4" name="Google Shape;474;g3d38cdd7ce0_0_1"/>
          <p:cNvSpPr txBox="1"/>
          <p:nvPr>
            <p:ph idx="1" type="body"/>
          </p:nvPr>
        </p:nvSpPr>
        <p:spPr>
          <a:xfrm>
            <a:off x="1653362" y="4108231"/>
            <a:ext cx="55647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56e73d084_0_6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1" name="Google Shape;481;g3d56e73d084_0_6"/>
          <p:cNvSpPr txBox="1"/>
          <p:nvPr/>
        </p:nvSpPr>
        <p:spPr>
          <a:xfrm>
            <a:off x="581850" y="2122600"/>
            <a:ext cx="61455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 trạng: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RAM dữ liệu được dùng là loại 1 cổng (Single-port).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Xung đột: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Xung đột Bus xảy ra khi Core 0 và Core 1 cùng xuất lệnh Ghi (MemWrite) hoặc Đọc (MemRead) tại cùng một chu kỳ xung nhịp.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Hậu quả: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Mất mát dữ liệu hoặc ghi rác vào RAM.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2" name="Google Shape;482;g3d56e73d084_0_6" title="Gemini_Generated_Image_xey2ofxey2ofxey2.png"/>
          <p:cNvPicPr preferRelativeResize="0"/>
          <p:nvPr/>
        </p:nvPicPr>
        <p:blipFill rotWithShape="1">
          <a:blip r:embed="rId3">
            <a:alphaModFix/>
          </a:blip>
          <a:srcRect b="3679" l="0" r="4141" t="0"/>
          <a:stretch/>
        </p:blipFill>
        <p:spPr>
          <a:xfrm>
            <a:off x="6727350" y="2248700"/>
            <a:ext cx="5300623" cy="2905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38cdd7ce0_0_8"/>
          <p:cNvSpPr txBox="1"/>
          <p:nvPr>
            <p:ph type="title"/>
          </p:nvPr>
        </p:nvSpPr>
        <p:spPr>
          <a:xfrm>
            <a:off x="1653362" y="2425382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5. Thiết kế phần mềm</a:t>
            </a:r>
            <a:endParaRPr/>
          </a:p>
        </p:txBody>
      </p:sp>
      <p:sp>
        <p:nvSpPr>
          <p:cNvPr id="489" name="Google Shape;489;g3d38cdd7ce0_0_8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56e73d084_0_13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6" name="Google Shape;496;g3d56e73d084_0_13"/>
          <p:cNvSpPr txBox="1"/>
          <p:nvPr/>
        </p:nvSpPr>
        <p:spPr>
          <a:xfrm>
            <a:off x="581850" y="2122600"/>
            <a:ext cx="6285000" cy="44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 xuất: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Thêm một khối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Bus Arbiter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đứng giữa 2 Core và RAM.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Luật phân xử: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Priority (Giai đoạn 1 sẽ ưu tiên tuyệt đối cho Core 0).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 chế hoạt động: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rabicPeriod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Arbiter nhận tín hiệu Request từ 2 Core.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rabicPeriod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Cấp Grant cho Core 0 đi qua MUX vào RAM.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rabicPeriod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Bắn tín hiệu Stall về Core 1, ép bộ đếm PC đóng băng, đứng chờ 1 chu kỳ.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7" name="Google Shape;497;g3d56e73d084_0_13" title="Gemini_Generated_Image_rclhm4rclhm4rclh.png"/>
          <p:cNvPicPr preferRelativeResize="0"/>
          <p:nvPr/>
        </p:nvPicPr>
        <p:blipFill rotWithShape="1">
          <a:blip r:embed="rId3">
            <a:alphaModFix/>
          </a:blip>
          <a:srcRect b="3404" l="0" r="2525" t="16699"/>
          <a:stretch/>
        </p:blipFill>
        <p:spPr>
          <a:xfrm>
            <a:off x="6686850" y="2688975"/>
            <a:ext cx="5390377" cy="240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38cdd7ce0_0_15"/>
          <p:cNvSpPr txBox="1"/>
          <p:nvPr>
            <p:ph type="title"/>
          </p:nvPr>
        </p:nvSpPr>
        <p:spPr>
          <a:xfrm>
            <a:off x="1653350" y="2425375"/>
            <a:ext cx="62298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6. </a:t>
            </a:r>
            <a:r>
              <a:rPr lang="en-US"/>
              <a:t>Tiến độ Thực hành (Code Verilog)</a:t>
            </a:r>
            <a:endParaRPr/>
          </a:p>
        </p:txBody>
      </p:sp>
      <p:sp>
        <p:nvSpPr>
          <p:cNvPr id="504" name="Google Shape;504;g3d38cdd7ce0_0_15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56e73d084_0_42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1" name="Google Shape;511;g3d56e73d084_0_42" title="Screenshot 2026-04-11 0750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950" y="1264150"/>
            <a:ext cx="5095875" cy="53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g3d56e73d084_0_42"/>
          <p:cNvSpPr txBox="1"/>
          <p:nvPr/>
        </p:nvSpPr>
        <p:spPr>
          <a:xfrm>
            <a:off x="552800" y="972825"/>
            <a:ext cx="21795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PC.v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d56e73d084_0_67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9" name="Google Shape;519;g3d56e73d084_0_67" title="Screenshot 2026-04-11 075718.png"/>
          <p:cNvPicPr preferRelativeResize="0"/>
          <p:nvPr/>
        </p:nvPicPr>
        <p:blipFill rotWithShape="1">
          <a:blip r:embed="rId3">
            <a:alphaModFix/>
          </a:blip>
          <a:srcRect b="0" l="0" r="0" t="1836"/>
          <a:stretch/>
        </p:blipFill>
        <p:spPr>
          <a:xfrm>
            <a:off x="3988075" y="1353375"/>
            <a:ext cx="5352474" cy="536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g3d56e73d084_0_67"/>
          <p:cNvSpPr txBox="1"/>
          <p:nvPr/>
        </p:nvSpPr>
        <p:spPr>
          <a:xfrm>
            <a:off x="552800" y="972825"/>
            <a:ext cx="38925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Control_Unit.v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d56e73d084_0_48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7" name="Google Shape;527;g3d56e73d084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675" y="1111700"/>
            <a:ext cx="10064554" cy="543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56e73d084_0_21"/>
          <p:cNvSpPr txBox="1"/>
          <p:nvPr>
            <p:ph type="title"/>
          </p:nvPr>
        </p:nvSpPr>
        <p:spPr>
          <a:xfrm>
            <a:off x="1653350" y="2425375"/>
            <a:ext cx="79368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7. </a:t>
            </a:r>
            <a:r>
              <a:rPr lang="en-US"/>
              <a:t>Kế hoạch đợt tiếp theo</a:t>
            </a:r>
            <a:endParaRPr/>
          </a:p>
        </p:txBody>
      </p:sp>
      <p:sp>
        <p:nvSpPr>
          <p:cNvPr id="534" name="Google Shape;534;g3d56e73d084_0_21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a362a4128_1_458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1" name="Google Shape;541;g3da362a4128_1_458"/>
          <p:cNvSpPr txBox="1"/>
          <p:nvPr/>
        </p:nvSpPr>
        <p:spPr>
          <a:xfrm>
            <a:off x="612725" y="1126900"/>
            <a:ext cx="9930000" cy="48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1: 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Viết mã RTL:</a:t>
            </a:r>
            <a:endParaRPr b="1"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SzPts val="3500"/>
              <a:buFont typeface="Times New Roman"/>
              <a:buChar char="●"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Máy trạng thái (FSM) của Arbiter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Times New Roman"/>
              <a:buChar char="●"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Khối MUX.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2: 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Ghép nối Top Module hệ thống:</a:t>
            </a:r>
            <a:b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Core 0 + Core 1 + Arbiter + RAM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3: </a:t>
            </a: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Testbench Assembly: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Ép 2 Core cùng gọi lệnh sw để kiểm chứng sóng Stall trên ModelSim.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4"/>
          <p:cNvSpPr txBox="1"/>
          <p:nvPr>
            <p:ph type="title"/>
          </p:nvPr>
        </p:nvSpPr>
        <p:spPr>
          <a:xfrm>
            <a:off x="1575218" y="1218933"/>
            <a:ext cx="9041564" cy="3617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6000"/>
              <a:buFont typeface="Times New Roman"/>
              <a:buNone/>
            </a:pPr>
            <a:r>
              <a:rPr lang="en-US" sz="6000">
                <a:solidFill>
                  <a:srgbClr val="05624A"/>
                </a:solidFill>
              </a:rPr>
              <a:t>CẢM ƠN MỌI NGƯỜI ĐÃ CHÚ Ý LẮNG NGHE!</a:t>
            </a:r>
            <a:endParaRPr/>
          </a:p>
        </p:txBody>
      </p:sp>
      <p:sp>
        <p:nvSpPr>
          <p:cNvPr id="547" name="Google Shape;547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31 March 2026</a:t>
            </a:r>
            <a:endParaRPr/>
          </a:p>
        </p:txBody>
      </p:sp>
      <p:sp>
        <p:nvSpPr>
          <p:cNvPr id="548" name="Google Shape;548;p14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9" name="Google Shape;549;p14"/>
          <p:cNvSpPr txBox="1"/>
          <p:nvPr/>
        </p:nvSpPr>
        <p:spPr>
          <a:xfrm>
            <a:off x="4892865" y="4330350"/>
            <a:ext cx="2406269" cy="757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 b="1" i="0" sz="3600" u="none" cap="none" strike="noStrike">
              <a:solidFill>
                <a:srgbClr val="D88E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4892865" y="4330350"/>
            <a:ext cx="2406269" cy="75761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9977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4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FCE Pallete">
      <a:dk1>
        <a:srgbClr val="000000"/>
      </a:dk1>
      <a:lt1>
        <a:srgbClr val="FFFFFF"/>
      </a:lt1>
      <a:dk2>
        <a:srgbClr val="073B3A"/>
      </a:dk2>
      <a:lt2>
        <a:srgbClr val="FCECD0"/>
      </a:lt2>
      <a:accent1>
        <a:srgbClr val="0B6E4F"/>
      </a:accent1>
      <a:accent2>
        <a:srgbClr val="08A045"/>
      </a:accent2>
      <a:accent3>
        <a:srgbClr val="6BBF59"/>
      </a:accent3>
      <a:accent4>
        <a:srgbClr val="DDB771"/>
      </a:accent4>
      <a:accent5>
        <a:srgbClr val="001C55"/>
      </a:accent5>
      <a:accent6>
        <a:srgbClr val="ED5565"/>
      </a:accent6>
      <a:hlink>
        <a:srgbClr val="5D9CEC"/>
      </a:hlink>
      <a:folHlink>
        <a:srgbClr val="AC92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FCE Pallete">
      <a:dk1>
        <a:srgbClr val="000000"/>
      </a:dk1>
      <a:lt1>
        <a:srgbClr val="FFFFFF"/>
      </a:lt1>
      <a:dk2>
        <a:srgbClr val="073B3A"/>
      </a:dk2>
      <a:lt2>
        <a:srgbClr val="FCECD0"/>
      </a:lt2>
      <a:accent1>
        <a:srgbClr val="0B6E4F"/>
      </a:accent1>
      <a:accent2>
        <a:srgbClr val="08A045"/>
      </a:accent2>
      <a:accent3>
        <a:srgbClr val="6BBF59"/>
      </a:accent3>
      <a:accent4>
        <a:srgbClr val="DDB771"/>
      </a:accent4>
      <a:accent5>
        <a:srgbClr val="001C55"/>
      </a:accent5>
      <a:accent6>
        <a:srgbClr val="ED5565"/>
      </a:accent6>
      <a:hlink>
        <a:srgbClr val="5D9CEC"/>
      </a:hlink>
      <a:folHlink>
        <a:srgbClr val="AC92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2022-06-26T12:27:32Z</dcterms:created>
  <dc:creator>Duy Doan</dc:creator>
</cp:coreProperties>
</file>